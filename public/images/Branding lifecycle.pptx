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9"/>
  </p:notesMasterIdLst>
  <p:sldIdLst>
    <p:sldId id="256" r:id="rId2"/>
    <p:sldId id="257" r:id="rId3"/>
    <p:sldId id="264" r:id="rId4"/>
    <p:sldId id="259" r:id="rId5"/>
    <p:sldId id="263" r:id="rId6"/>
    <p:sldId id="261" r:id="rId7"/>
    <p:sldId id="262" r:id="rId8"/>
  </p:sldIdLst>
  <p:sldSz cx="18288000" cy="10287000"/>
  <p:notesSz cx="6858000" cy="9144000"/>
  <p:embeddedFontLst>
    <p:embeddedFont>
      <p:font typeface="Calibri" panose="020F0502020204030204" pitchFamily="34" charset="0"/>
      <p:regular r:id="rId10"/>
      <p:bold r:id="rId11"/>
      <p:italic r:id="rId12"/>
      <p:boldItalic r:id="rId13"/>
    </p:embeddedFont>
    <p:embeddedFont>
      <p:font typeface="Montserrat" panose="00000500000000000000" pitchFamily="2" charset="0"/>
      <p:regular r:id="rId14"/>
      <p:bold r:id="rId15"/>
      <p:italic r:id="rId16"/>
      <p:boldItalic r:id="rId17"/>
    </p:embeddedFont>
    <p:embeddedFont>
      <p:font typeface="Montserrat Black" panose="00000A00000000000000" pitchFamily="2" charset="0"/>
      <p:bold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A59E"/>
    <a:srgbClr val="8BA5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605" autoAdjust="0"/>
  </p:normalViewPr>
  <p:slideViewPr>
    <p:cSldViewPr snapToGrid="0">
      <p:cViewPr varScale="1">
        <p:scale>
          <a:sx n="32" d="100"/>
          <a:sy n="32" d="100"/>
        </p:scale>
        <p:origin x="1340" y="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440F13-974A-4709-9D8A-6AD68BECAFDB}" type="doc">
      <dgm:prSet loTypeId="urn:microsoft.com/office/officeart/2005/8/layout/cycle6" loCatId="cycle" qsTypeId="urn:microsoft.com/office/officeart/2005/8/quickstyle/simple1" qsCatId="simple" csTypeId="urn:microsoft.com/office/officeart/2005/8/colors/colorful3" csCatId="colorful" phldr="1"/>
      <dgm:spPr/>
      <dgm:t>
        <a:bodyPr/>
        <a:lstStyle/>
        <a:p>
          <a:endParaRPr lang="en-CA"/>
        </a:p>
      </dgm:t>
    </dgm:pt>
    <dgm:pt modelId="{6CC04E2C-0863-4F61-946E-02C19C268BA8}">
      <dgm:prSet phldrT="[Text]" custT="1"/>
      <dgm:spPr/>
      <dgm:t>
        <a:bodyPr/>
        <a:lstStyle/>
        <a:p>
          <a:endParaRPr lang="en-US" sz="3800" dirty="0"/>
        </a:p>
        <a:p>
          <a:r>
            <a:rPr lang="en-US" sz="3800" dirty="0"/>
            <a:t>Audience</a:t>
          </a:r>
        </a:p>
        <a:p>
          <a:endParaRPr lang="en-CA" sz="3800" dirty="0"/>
        </a:p>
      </dgm:t>
    </dgm:pt>
    <dgm:pt modelId="{BE41119B-DDAB-4918-B86B-55DA6D3652D7}" type="parTrans" cxnId="{E537E45C-D6CA-434E-8E6C-19827BA6689D}">
      <dgm:prSet/>
      <dgm:spPr/>
      <dgm:t>
        <a:bodyPr/>
        <a:lstStyle/>
        <a:p>
          <a:endParaRPr lang="en-CA"/>
        </a:p>
      </dgm:t>
    </dgm:pt>
    <dgm:pt modelId="{5F654284-5E46-460C-A4FA-E7DCE3F7FE55}" type="sibTrans" cxnId="{E537E45C-D6CA-434E-8E6C-19827BA6689D}">
      <dgm:prSet/>
      <dgm:spPr/>
      <dgm:t>
        <a:bodyPr/>
        <a:lstStyle/>
        <a:p>
          <a:endParaRPr lang="en-CA"/>
        </a:p>
      </dgm:t>
    </dgm:pt>
    <dgm:pt modelId="{D0CC5E72-9087-4E57-85DB-0884B66E5170}">
      <dgm:prSet phldrT="[Text]"/>
      <dgm:spPr>
        <a:solidFill>
          <a:srgbClr val="CDA59E"/>
        </a:solidFill>
      </dgm:spPr>
      <dgm:t>
        <a:bodyPr/>
        <a:lstStyle/>
        <a:p>
          <a:r>
            <a:rPr lang="en-US" dirty="0"/>
            <a:t>Mission and Vision</a:t>
          </a:r>
          <a:endParaRPr lang="en-CA" dirty="0"/>
        </a:p>
      </dgm:t>
    </dgm:pt>
    <dgm:pt modelId="{C60EBD9A-F992-432F-8FEF-7AF79871121C}" type="parTrans" cxnId="{523C0D78-32CE-4B97-8E00-5A97D97B83AD}">
      <dgm:prSet/>
      <dgm:spPr/>
      <dgm:t>
        <a:bodyPr/>
        <a:lstStyle/>
        <a:p>
          <a:endParaRPr lang="en-CA"/>
        </a:p>
      </dgm:t>
    </dgm:pt>
    <dgm:pt modelId="{583FC7E7-78A2-4085-A3EE-DF0F529B0726}" type="sibTrans" cxnId="{523C0D78-32CE-4B97-8E00-5A97D97B83AD}">
      <dgm:prSet/>
      <dgm:spPr/>
      <dgm:t>
        <a:bodyPr/>
        <a:lstStyle/>
        <a:p>
          <a:endParaRPr lang="en-CA"/>
        </a:p>
      </dgm:t>
    </dgm:pt>
    <dgm:pt modelId="{E935BE34-D32B-43EE-89E0-959F3F638C55}">
      <dgm:prSet phldrT="[Text]"/>
      <dgm:spPr/>
      <dgm:t>
        <a:bodyPr/>
        <a:lstStyle/>
        <a:p>
          <a:r>
            <a:rPr lang="en-US" dirty="0"/>
            <a:t>Values</a:t>
          </a:r>
          <a:endParaRPr lang="en-CA" dirty="0"/>
        </a:p>
      </dgm:t>
    </dgm:pt>
    <dgm:pt modelId="{EA916830-2B07-4962-A527-1076722C8982}" type="parTrans" cxnId="{4E9B25E4-23F3-4FCC-AF25-80EF13CC86E2}">
      <dgm:prSet/>
      <dgm:spPr/>
      <dgm:t>
        <a:bodyPr/>
        <a:lstStyle/>
        <a:p>
          <a:endParaRPr lang="en-CA"/>
        </a:p>
      </dgm:t>
    </dgm:pt>
    <dgm:pt modelId="{D05F5BB1-4D73-4E2E-9386-EE3FDC55EE76}" type="sibTrans" cxnId="{4E9B25E4-23F3-4FCC-AF25-80EF13CC86E2}">
      <dgm:prSet/>
      <dgm:spPr/>
      <dgm:t>
        <a:bodyPr/>
        <a:lstStyle/>
        <a:p>
          <a:endParaRPr lang="en-CA"/>
        </a:p>
      </dgm:t>
    </dgm:pt>
    <dgm:pt modelId="{167CDD13-8870-417A-8686-C32AEF8F6D93}">
      <dgm:prSet phldrT="[Text]"/>
      <dgm:spPr>
        <a:solidFill>
          <a:srgbClr val="8BA582"/>
        </a:solidFill>
      </dgm:spPr>
      <dgm:t>
        <a:bodyPr/>
        <a:lstStyle/>
        <a:p>
          <a:r>
            <a:rPr lang="en-US" dirty="0"/>
            <a:t>Promises</a:t>
          </a:r>
          <a:endParaRPr lang="en-CA" dirty="0"/>
        </a:p>
      </dgm:t>
    </dgm:pt>
    <dgm:pt modelId="{E12425E8-6A75-4D97-92ED-768EC122B47E}" type="parTrans" cxnId="{D76A5110-4BCC-41C7-AE50-0B9761EB00BF}">
      <dgm:prSet/>
      <dgm:spPr/>
      <dgm:t>
        <a:bodyPr/>
        <a:lstStyle/>
        <a:p>
          <a:endParaRPr lang="en-CA"/>
        </a:p>
      </dgm:t>
    </dgm:pt>
    <dgm:pt modelId="{ADB76839-5DC6-4817-BDCA-F3A0FB79030D}" type="sibTrans" cxnId="{D76A5110-4BCC-41C7-AE50-0B9761EB00BF}">
      <dgm:prSet/>
      <dgm:spPr/>
      <dgm:t>
        <a:bodyPr/>
        <a:lstStyle/>
        <a:p>
          <a:endParaRPr lang="en-CA"/>
        </a:p>
      </dgm:t>
    </dgm:pt>
    <dgm:pt modelId="{92AE5F51-BD46-4448-BB22-E8C5B64A2C14}" type="pres">
      <dgm:prSet presAssocID="{16440F13-974A-4709-9D8A-6AD68BECAFDB}" presName="cycle" presStyleCnt="0">
        <dgm:presLayoutVars>
          <dgm:dir/>
          <dgm:resizeHandles val="exact"/>
        </dgm:presLayoutVars>
      </dgm:prSet>
      <dgm:spPr/>
    </dgm:pt>
    <dgm:pt modelId="{9F795744-15E0-4888-AAAF-9FD8EA346331}" type="pres">
      <dgm:prSet presAssocID="{6CC04E2C-0863-4F61-946E-02C19C268BA8}" presName="node" presStyleLbl="node1" presStyleIdx="0" presStyleCnt="4" custScaleX="178211">
        <dgm:presLayoutVars>
          <dgm:bulletEnabled val="1"/>
        </dgm:presLayoutVars>
      </dgm:prSet>
      <dgm:spPr/>
    </dgm:pt>
    <dgm:pt modelId="{0EDC01E7-CE14-4A00-BAB3-0F850CAE2F71}" type="pres">
      <dgm:prSet presAssocID="{6CC04E2C-0863-4F61-946E-02C19C268BA8}" presName="spNode" presStyleCnt="0"/>
      <dgm:spPr/>
    </dgm:pt>
    <dgm:pt modelId="{BBF7539E-4787-4F90-A12B-3F3D32D26566}" type="pres">
      <dgm:prSet presAssocID="{5F654284-5E46-460C-A4FA-E7DCE3F7FE55}" presName="sibTrans" presStyleLbl="sibTrans1D1" presStyleIdx="0" presStyleCnt="4"/>
      <dgm:spPr/>
    </dgm:pt>
    <dgm:pt modelId="{36628DD0-E839-4637-8DF6-66EC0E088D3E}" type="pres">
      <dgm:prSet presAssocID="{D0CC5E72-9087-4E57-85DB-0884B66E5170}" presName="node" presStyleLbl="node1" presStyleIdx="1" presStyleCnt="4" custScaleX="177139" custScaleY="88207">
        <dgm:presLayoutVars>
          <dgm:bulletEnabled val="1"/>
        </dgm:presLayoutVars>
      </dgm:prSet>
      <dgm:spPr/>
    </dgm:pt>
    <dgm:pt modelId="{0E1F3A43-47C6-4EC4-881D-4589E4D3A604}" type="pres">
      <dgm:prSet presAssocID="{D0CC5E72-9087-4E57-85DB-0884B66E5170}" presName="spNode" presStyleCnt="0"/>
      <dgm:spPr/>
    </dgm:pt>
    <dgm:pt modelId="{3B25767F-B41C-474C-8F82-14650411D2EF}" type="pres">
      <dgm:prSet presAssocID="{583FC7E7-78A2-4085-A3EE-DF0F529B0726}" presName="sibTrans" presStyleLbl="sibTrans1D1" presStyleIdx="1" presStyleCnt="4"/>
      <dgm:spPr/>
    </dgm:pt>
    <dgm:pt modelId="{B127CB8E-30B3-4B46-BE2C-D2ECCC052EF7}" type="pres">
      <dgm:prSet presAssocID="{E935BE34-D32B-43EE-89E0-959F3F638C55}" presName="node" presStyleLbl="node1" presStyleIdx="2" presStyleCnt="4" custScaleX="175242">
        <dgm:presLayoutVars>
          <dgm:bulletEnabled val="1"/>
        </dgm:presLayoutVars>
      </dgm:prSet>
      <dgm:spPr/>
    </dgm:pt>
    <dgm:pt modelId="{25462949-B06F-4499-9B72-9DD9C38E7BD9}" type="pres">
      <dgm:prSet presAssocID="{E935BE34-D32B-43EE-89E0-959F3F638C55}" presName="spNode" presStyleCnt="0"/>
      <dgm:spPr/>
    </dgm:pt>
    <dgm:pt modelId="{4A7342F0-0BB1-497C-9FB8-CB9B0A941DDC}" type="pres">
      <dgm:prSet presAssocID="{D05F5BB1-4D73-4E2E-9386-EE3FDC55EE76}" presName="sibTrans" presStyleLbl="sibTrans1D1" presStyleIdx="2" presStyleCnt="4"/>
      <dgm:spPr/>
    </dgm:pt>
    <dgm:pt modelId="{8CBF72CE-9DAE-4CB2-B9BF-4E5321FA8741}" type="pres">
      <dgm:prSet presAssocID="{167CDD13-8870-417A-8686-C32AEF8F6D93}" presName="node" presStyleLbl="node1" presStyleIdx="3" presStyleCnt="4" custScaleX="171392" custScaleY="92701">
        <dgm:presLayoutVars>
          <dgm:bulletEnabled val="1"/>
        </dgm:presLayoutVars>
      </dgm:prSet>
      <dgm:spPr/>
    </dgm:pt>
    <dgm:pt modelId="{34724050-AA26-46A5-ABE4-A5164CE351A0}" type="pres">
      <dgm:prSet presAssocID="{167CDD13-8870-417A-8686-C32AEF8F6D93}" presName="spNode" presStyleCnt="0"/>
      <dgm:spPr/>
    </dgm:pt>
    <dgm:pt modelId="{102869A7-D0CF-4232-91BA-90371EF3B80B}" type="pres">
      <dgm:prSet presAssocID="{ADB76839-5DC6-4817-BDCA-F3A0FB79030D}" presName="sibTrans" presStyleLbl="sibTrans1D1" presStyleIdx="3" presStyleCnt="4"/>
      <dgm:spPr/>
    </dgm:pt>
  </dgm:ptLst>
  <dgm:cxnLst>
    <dgm:cxn modelId="{DA2A380C-7935-456F-9B13-0B2576DD9F3E}" type="presOf" srcId="{167CDD13-8870-417A-8686-C32AEF8F6D93}" destId="{8CBF72CE-9DAE-4CB2-B9BF-4E5321FA8741}" srcOrd="0" destOrd="0" presId="urn:microsoft.com/office/officeart/2005/8/layout/cycle6"/>
    <dgm:cxn modelId="{D76A5110-4BCC-41C7-AE50-0B9761EB00BF}" srcId="{16440F13-974A-4709-9D8A-6AD68BECAFDB}" destId="{167CDD13-8870-417A-8686-C32AEF8F6D93}" srcOrd="3" destOrd="0" parTransId="{E12425E8-6A75-4D97-92ED-768EC122B47E}" sibTransId="{ADB76839-5DC6-4817-BDCA-F3A0FB79030D}"/>
    <dgm:cxn modelId="{5E7C5F16-E4E8-4FDC-85D0-DD1D88BFE694}" type="presOf" srcId="{E935BE34-D32B-43EE-89E0-959F3F638C55}" destId="{B127CB8E-30B3-4B46-BE2C-D2ECCC052EF7}" srcOrd="0" destOrd="0" presId="urn:microsoft.com/office/officeart/2005/8/layout/cycle6"/>
    <dgm:cxn modelId="{3963113D-4079-4094-8903-00F2D814D616}" type="presOf" srcId="{ADB76839-5DC6-4817-BDCA-F3A0FB79030D}" destId="{102869A7-D0CF-4232-91BA-90371EF3B80B}" srcOrd="0" destOrd="0" presId="urn:microsoft.com/office/officeart/2005/8/layout/cycle6"/>
    <dgm:cxn modelId="{E537E45C-D6CA-434E-8E6C-19827BA6689D}" srcId="{16440F13-974A-4709-9D8A-6AD68BECAFDB}" destId="{6CC04E2C-0863-4F61-946E-02C19C268BA8}" srcOrd="0" destOrd="0" parTransId="{BE41119B-DDAB-4918-B86B-55DA6D3652D7}" sibTransId="{5F654284-5E46-460C-A4FA-E7DCE3F7FE55}"/>
    <dgm:cxn modelId="{6FB0EF54-8B45-4676-AA1F-3D7E59FF7282}" type="presOf" srcId="{583FC7E7-78A2-4085-A3EE-DF0F529B0726}" destId="{3B25767F-B41C-474C-8F82-14650411D2EF}" srcOrd="0" destOrd="0" presId="urn:microsoft.com/office/officeart/2005/8/layout/cycle6"/>
    <dgm:cxn modelId="{523C0D78-32CE-4B97-8E00-5A97D97B83AD}" srcId="{16440F13-974A-4709-9D8A-6AD68BECAFDB}" destId="{D0CC5E72-9087-4E57-85DB-0884B66E5170}" srcOrd="1" destOrd="0" parTransId="{C60EBD9A-F992-432F-8FEF-7AF79871121C}" sibTransId="{583FC7E7-78A2-4085-A3EE-DF0F529B0726}"/>
    <dgm:cxn modelId="{B1DFB28E-DA72-4CF5-B89D-68539CD14FD9}" type="presOf" srcId="{6CC04E2C-0863-4F61-946E-02C19C268BA8}" destId="{9F795744-15E0-4888-AAAF-9FD8EA346331}" srcOrd="0" destOrd="0" presId="urn:microsoft.com/office/officeart/2005/8/layout/cycle6"/>
    <dgm:cxn modelId="{CE1019AD-5D17-4098-8BC5-8B824DF21E5E}" type="presOf" srcId="{16440F13-974A-4709-9D8A-6AD68BECAFDB}" destId="{92AE5F51-BD46-4448-BB22-E8C5B64A2C14}" srcOrd="0" destOrd="0" presId="urn:microsoft.com/office/officeart/2005/8/layout/cycle6"/>
    <dgm:cxn modelId="{614000C3-97B0-4BA4-AED8-4DC2D14A983F}" type="presOf" srcId="{D0CC5E72-9087-4E57-85DB-0884B66E5170}" destId="{36628DD0-E839-4637-8DF6-66EC0E088D3E}" srcOrd="0" destOrd="0" presId="urn:microsoft.com/office/officeart/2005/8/layout/cycle6"/>
    <dgm:cxn modelId="{93C9DBDB-A0C3-4B6D-AFD0-12B76BBFA3E5}" type="presOf" srcId="{D05F5BB1-4D73-4E2E-9386-EE3FDC55EE76}" destId="{4A7342F0-0BB1-497C-9FB8-CB9B0A941DDC}" srcOrd="0" destOrd="0" presId="urn:microsoft.com/office/officeart/2005/8/layout/cycle6"/>
    <dgm:cxn modelId="{4E9B25E4-23F3-4FCC-AF25-80EF13CC86E2}" srcId="{16440F13-974A-4709-9D8A-6AD68BECAFDB}" destId="{E935BE34-D32B-43EE-89E0-959F3F638C55}" srcOrd="2" destOrd="0" parTransId="{EA916830-2B07-4962-A527-1076722C8982}" sibTransId="{D05F5BB1-4D73-4E2E-9386-EE3FDC55EE76}"/>
    <dgm:cxn modelId="{720643EF-A7AE-4541-BDF9-93587A3E455B}" type="presOf" srcId="{5F654284-5E46-460C-A4FA-E7DCE3F7FE55}" destId="{BBF7539E-4787-4F90-A12B-3F3D32D26566}" srcOrd="0" destOrd="0" presId="urn:microsoft.com/office/officeart/2005/8/layout/cycle6"/>
    <dgm:cxn modelId="{15B774C8-DFF3-497F-B13C-FEDA1BB85C1E}" type="presParOf" srcId="{92AE5F51-BD46-4448-BB22-E8C5B64A2C14}" destId="{9F795744-15E0-4888-AAAF-9FD8EA346331}" srcOrd="0" destOrd="0" presId="urn:microsoft.com/office/officeart/2005/8/layout/cycle6"/>
    <dgm:cxn modelId="{09CEDD95-5044-4BB7-986A-0187E20D313D}" type="presParOf" srcId="{92AE5F51-BD46-4448-BB22-E8C5B64A2C14}" destId="{0EDC01E7-CE14-4A00-BAB3-0F850CAE2F71}" srcOrd="1" destOrd="0" presId="urn:microsoft.com/office/officeart/2005/8/layout/cycle6"/>
    <dgm:cxn modelId="{4BCDFE61-754C-4A56-8470-5DC6FFA65511}" type="presParOf" srcId="{92AE5F51-BD46-4448-BB22-E8C5B64A2C14}" destId="{BBF7539E-4787-4F90-A12B-3F3D32D26566}" srcOrd="2" destOrd="0" presId="urn:microsoft.com/office/officeart/2005/8/layout/cycle6"/>
    <dgm:cxn modelId="{A2E303D8-0395-4C3B-8017-79C722744E25}" type="presParOf" srcId="{92AE5F51-BD46-4448-BB22-E8C5B64A2C14}" destId="{36628DD0-E839-4637-8DF6-66EC0E088D3E}" srcOrd="3" destOrd="0" presId="urn:microsoft.com/office/officeart/2005/8/layout/cycle6"/>
    <dgm:cxn modelId="{7E3F091E-26A1-4BA2-A759-A2AF432CB862}" type="presParOf" srcId="{92AE5F51-BD46-4448-BB22-E8C5B64A2C14}" destId="{0E1F3A43-47C6-4EC4-881D-4589E4D3A604}" srcOrd="4" destOrd="0" presId="urn:microsoft.com/office/officeart/2005/8/layout/cycle6"/>
    <dgm:cxn modelId="{2D33DEC1-77CC-40AA-89B6-5FC8B1DE699C}" type="presParOf" srcId="{92AE5F51-BD46-4448-BB22-E8C5B64A2C14}" destId="{3B25767F-B41C-474C-8F82-14650411D2EF}" srcOrd="5" destOrd="0" presId="urn:microsoft.com/office/officeart/2005/8/layout/cycle6"/>
    <dgm:cxn modelId="{506326DF-DF80-4E17-8B84-595EF589579E}" type="presParOf" srcId="{92AE5F51-BD46-4448-BB22-E8C5B64A2C14}" destId="{B127CB8E-30B3-4B46-BE2C-D2ECCC052EF7}" srcOrd="6" destOrd="0" presId="urn:microsoft.com/office/officeart/2005/8/layout/cycle6"/>
    <dgm:cxn modelId="{8ED72F6B-46AC-444C-A3D9-12F9B3FD997A}" type="presParOf" srcId="{92AE5F51-BD46-4448-BB22-E8C5B64A2C14}" destId="{25462949-B06F-4499-9B72-9DD9C38E7BD9}" srcOrd="7" destOrd="0" presId="urn:microsoft.com/office/officeart/2005/8/layout/cycle6"/>
    <dgm:cxn modelId="{31BF6BC7-5057-4AB2-8D13-47B8EAB0AC2D}" type="presParOf" srcId="{92AE5F51-BD46-4448-BB22-E8C5B64A2C14}" destId="{4A7342F0-0BB1-497C-9FB8-CB9B0A941DDC}" srcOrd="8" destOrd="0" presId="urn:microsoft.com/office/officeart/2005/8/layout/cycle6"/>
    <dgm:cxn modelId="{EC3EDFA6-D6BF-461C-A3A2-A27531C369A1}" type="presParOf" srcId="{92AE5F51-BD46-4448-BB22-E8C5B64A2C14}" destId="{8CBF72CE-9DAE-4CB2-B9BF-4E5321FA8741}" srcOrd="9" destOrd="0" presId="urn:microsoft.com/office/officeart/2005/8/layout/cycle6"/>
    <dgm:cxn modelId="{6D3B2386-43C3-4003-9219-530220C58E3E}" type="presParOf" srcId="{92AE5F51-BD46-4448-BB22-E8C5B64A2C14}" destId="{34724050-AA26-46A5-ABE4-A5164CE351A0}" srcOrd="10" destOrd="0" presId="urn:microsoft.com/office/officeart/2005/8/layout/cycle6"/>
    <dgm:cxn modelId="{B8F001B8-1764-411D-8C04-2DC8489CD373}" type="presParOf" srcId="{92AE5F51-BD46-4448-BB22-E8C5B64A2C14}" destId="{102869A7-D0CF-4232-91BA-90371EF3B80B}" srcOrd="11"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660083-C463-42E9-B947-E8FA818B570E}" type="doc">
      <dgm:prSet loTypeId="urn:microsoft.com/office/officeart/2005/8/layout/chevron1" loCatId="process" qsTypeId="urn:microsoft.com/office/officeart/2005/8/quickstyle/simple1" qsCatId="simple" csTypeId="urn:microsoft.com/office/officeart/2005/8/colors/colorful3" csCatId="colorful" phldr="1"/>
      <dgm:spPr/>
    </dgm:pt>
    <dgm:pt modelId="{DA893C45-2890-454D-BD3B-A80E2527CCDB}">
      <dgm:prSet phldrT="[Text]"/>
      <dgm:spPr/>
      <dgm:t>
        <a:bodyPr/>
        <a:lstStyle/>
        <a:p>
          <a:r>
            <a:rPr lang="en-US" dirty="0"/>
            <a:t>Competitor Analysis</a:t>
          </a:r>
          <a:endParaRPr lang="en-CA" dirty="0"/>
        </a:p>
      </dgm:t>
    </dgm:pt>
    <dgm:pt modelId="{412DFC1E-7C9B-4332-8E4A-A1ACEC261262}" type="parTrans" cxnId="{89C909BC-C911-465B-813C-E530C3916D5C}">
      <dgm:prSet/>
      <dgm:spPr/>
      <dgm:t>
        <a:bodyPr/>
        <a:lstStyle/>
        <a:p>
          <a:endParaRPr lang="en-CA"/>
        </a:p>
      </dgm:t>
    </dgm:pt>
    <dgm:pt modelId="{6AABA6A4-F320-4618-B20C-356B563A5053}" type="sibTrans" cxnId="{89C909BC-C911-465B-813C-E530C3916D5C}">
      <dgm:prSet/>
      <dgm:spPr/>
      <dgm:t>
        <a:bodyPr/>
        <a:lstStyle/>
        <a:p>
          <a:endParaRPr lang="en-CA"/>
        </a:p>
      </dgm:t>
    </dgm:pt>
    <dgm:pt modelId="{17EF6198-51E9-43BD-9913-59ABF7B99488}">
      <dgm:prSet phldrT="[Text]"/>
      <dgm:spPr/>
      <dgm:t>
        <a:bodyPr/>
        <a:lstStyle/>
        <a:p>
          <a:r>
            <a:rPr lang="en-US" dirty="0"/>
            <a:t>Positioning</a:t>
          </a:r>
          <a:endParaRPr lang="en-CA" dirty="0"/>
        </a:p>
      </dgm:t>
    </dgm:pt>
    <dgm:pt modelId="{30632F50-3F72-4174-B63D-415F8DBBBE2B}" type="parTrans" cxnId="{34A615F1-7460-416B-AF4C-ECEBEDBBBEBA}">
      <dgm:prSet/>
      <dgm:spPr/>
      <dgm:t>
        <a:bodyPr/>
        <a:lstStyle/>
        <a:p>
          <a:endParaRPr lang="en-CA"/>
        </a:p>
      </dgm:t>
    </dgm:pt>
    <dgm:pt modelId="{DCACCBD3-3404-4464-9A96-CBB61BDEFCD5}" type="sibTrans" cxnId="{34A615F1-7460-416B-AF4C-ECEBEDBBBEBA}">
      <dgm:prSet/>
      <dgm:spPr/>
      <dgm:t>
        <a:bodyPr/>
        <a:lstStyle/>
        <a:p>
          <a:endParaRPr lang="en-CA"/>
        </a:p>
      </dgm:t>
    </dgm:pt>
    <dgm:pt modelId="{0F29B4DE-5A36-4674-8DF9-5F649A06CF74}">
      <dgm:prSet phldrT="[Text]"/>
      <dgm:spPr>
        <a:solidFill>
          <a:srgbClr val="CDA59E"/>
        </a:solidFill>
      </dgm:spPr>
      <dgm:t>
        <a:bodyPr/>
        <a:lstStyle/>
        <a:p>
          <a:r>
            <a:rPr lang="en-US" dirty="0"/>
            <a:t>Differentiation</a:t>
          </a:r>
          <a:endParaRPr lang="en-CA" dirty="0"/>
        </a:p>
      </dgm:t>
    </dgm:pt>
    <dgm:pt modelId="{CB69E8B8-64EE-4F26-AC70-B455C15FA0B6}" type="parTrans" cxnId="{0EF4A963-BB4E-44DB-B902-2E78FE79370B}">
      <dgm:prSet/>
      <dgm:spPr/>
      <dgm:t>
        <a:bodyPr/>
        <a:lstStyle/>
        <a:p>
          <a:endParaRPr lang="en-CA"/>
        </a:p>
      </dgm:t>
    </dgm:pt>
    <dgm:pt modelId="{747FA6D3-8BD9-4486-8D76-69F6FD18B732}" type="sibTrans" cxnId="{0EF4A963-BB4E-44DB-B902-2E78FE79370B}">
      <dgm:prSet/>
      <dgm:spPr/>
      <dgm:t>
        <a:bodyPr/>
        <a:lstStyle/>
        <a:p>
          <a:endParaRPr lang="en-CA"/>
        </a:p>
      </dgm:t>
    </dgm:pt>
    <dgm:pt modelId="{3AA1DC0F-BA5B-42B8-8CB9-B3A462CF982A}" type="pres">
      <dgm:prSet presAssocID="{29660083-C463-42E9-B947-E8FA818B570E}" presName="Name0" presStyleCnt="0">
        <dgm:presLayoutVars>
          <dgm:dir/>
          <dgm:animLvl val="lvl"/>
          <dgm:resizeHandles val="exact"/>
        </dgm:presLayoutVars>
      </dgm:prSet>
      <dgm:spPr/>
    </dgm:pt>
    <dgm:pt modelId="{CCC35E28-0FDE-4F8D-B30E-A243B7CDBFB7}" type="pres">
      <dgm:prSet presAssocID="{DA893C45-2890-454D-BD3B-A80E2527CCDB}" presName="parTxOnly" presStyleLbl="node1" presStyleIdx="0" presStyleCnt="3">
        <dgm:presLayoutVars>
          <dgm:chMax val="0"/>
          <dgm:chPref val="0"/>
          <dgm:bulletEnabled val="1"/>
        </dgm:presLayoutVars>
      </dgm:prSet>
      <dgm:spPr/>
    </dgm:pt>
    <dgm:pt modelId="{E0AFB242-4930-4621-BBAD-378EBE7251A6}" type="pres">
      <dgm:prSet presAssocID="{6AABA6A4-F320-4618-B20C-356B563A5053}" presName="parTxOnlySpace" presStyleCnt="0"/>
      <dgm:spPr/>
    </dgm:pt>
    <dgm:pt modelId="{7DE0F66C-90F1-46B4-B5CF-059C3737BC58}" type="pres">
      <dgm:prSet presAssocID="{0F29B4DE-5A36-4674-8DF9-5F649A06CF74}" presName="parTxOnly" presStyleLbl="node1" presStyleIdx="1" presStyleCnt="3">
        <dgm:presLayoutVars>
          <dgm:chMax val="0"/>
          <dgm:chPref val="0"/>
          <dgm:bulletEnabled val="1"/>
        </dgm:presLayoutVars>
      </dgm:prSet>
      <dgm:spPr/>
    </dgm:pt>
    <dgm:pt modelId="{6F3278B1-C772-46EB-A14C-51AA48DE320A}" type="pres">
      <dgm:prSet presAssocID="{747FA6D3-8BD9-4486-8D76-69F6FD18B732}" presName="parTxOnlySpace" presStyleCnt="0"/>
      <dgm:spPr/>
    </dgm:pt>
    <dgm:pt modelId="{14F5ECFE-500D-4006-88CD-FD795F2F4CEA}" type="pres">
      <dgm:prSet presAssocID="{17EF6198-51E9-43BD-9913-59ABF7B99488}" presName="parTxOnly" presStyleLbl="node1" presStyleIdx="2" presStyleCnt="3">
        <dgm:presLayoutVars>
          <dgm:chMax val="0"/>
          <dgm:chPref val="0"/>
          <dgm:bulletEnabled val="1"/>
        </dgm:presLayoutVars>
      </dgm:prSet>
      <dgm:spPr/>
    </dgm:pt>
  </dgm:ptLst>
  <dgm:cxnLst>
    <dgm:cxn modelId="{0EF4A963-BB4E-44DB-B902-2E78FE79370B}" srcId="{29660083-C463-42E9-B947-E8FA818B570E}" destId="{0F29B4DE-5A36-4674-8DF9-5F649A06CF74}" srcOrd="1" destOrd="0" parTransId="{CB69E8B8-64EE-4F26-AC70-B455C15FA0B6}" sibTransId="{747FA6D3-8BD9-4486-8D76-69F6FD18B732}"/>
    <dgm:cxn modelId="{02949C53-1949-4106-A98D-ADA40E59C8C8}" type="presOf" srcId="{0F29B4DE-5A36-4674-8DF9-5F649A06CF74}" destId="{7DE0F66C-90F1-46B4-B5CF-059C3737BC58}" srcOrd="0" destOrd="0" presId="urn:microsoft.com/office/officeart/2005/8/layout/chevron1"/>
    <dgm:cxn modelId="{643FB794-95A8-4604-BEEE-AB404C3F9E06}" type="presOf" srcId="{DA893C45-2890-454D-BD3B-A80E2527CCDB}" destId="{CCC35E28-0FDE-4F8D-B30E-A243B7CDBFB7}" srcOrd="0" destOrd="0" presId="urn:microsoft.com/office/officeart/2005/8/layout/chevron1"/>
    <dgm:cxn modelId="{89C909BC-C911-465B-813C-E530C3916D5C}" srcId="{29660083-C463-42E9-B947-E8FA818B570E}" destId="{DA893C45-2890-454D-BD3B-A80E2527CCDB}" srcOrd="0" destOrd="0" parTransId="{412DFC1E-7C9B-4332-8E4A-A1ACEC261262}" sibTransId="{6AABA6A4-F320-4618-B20C-356B563A5053}"/>
    <dgm:cxn modelId="{9195FCE7-0CBC-4D3C-B486-F997672828E5}" type="presOf" srcId="{29660083-C463-42E9-B947-E8FA818B570E}" destId="{3AA1DC0F-BA5B-42B8-8CB9-B3A462CF982A}" srcOrd="0" destOrd="0" presId="urn:microsoft.com/office/officeart/2005/8/layout/chevron1"/>
    <dgm:cxn modelId="{34A615F1-7460-416B-AF4C-ECEBEDBBBEBA}" srcId="{29660083-C463-42E9-B947-E8FA818B570E}" destId="{17EF6198-51E9-43BD-9913-59ABF7B99488}" srcOrd="2" destOrd="0" parTransId="{30632F50-3F72-4174-B63D-415F8DBBBE2B}" sibTransId="{DCACCBD3-3404-4464-9A96-CBB61BDEFCD5}"/>
    <dgm:cxn modelId="{113D4BF8-7508-42F1-B56B-748611D6CEAC}" type="presOf" srcId="{17EF6198-51E9-43BD-9913-59ABF7B99488}" destId="{14F5ECFE-500D-4006-88CD-FD795F2F4CEA}" srcOrd="0" destOrd="0" presId="urn:microsoft.com/office/officeart/2005/8/layout/chevron1"/>
    <dgm:cxn modelId="{D3311255-A882-47BD-B864-16CB0CA30B6D}" type="presParOf" srcId="{3AA1DC0F-BA5B-42B8-8CB9-B3A462CF982A}" destId="{CCC35E28-0FDE-4F8D-B30E-A243B7CDBFB7}" srcOrd="0" destOrd="0" presId="urn:microsoft.com/office/officeart/2005/8/layout/chevron1"/>
    <dgm:cxn modelId="{243F0C63-31C3-447E-BB0B-E9F4C0FDBA8C}" type="presParOf" srcId="{3AA1DC0F-BA5B-42B8-8CB9-B3A462CF982A}" destId="{E0AFB242-4930-4621-BBAD-378EBE7251A6}" srcOrd="1" destOrd="0" presId="urn:microsoft.com/office/officeart/2005/8/layout/chevron1"/>
    <dgm:cxn modelId="{0581E840-F0F6-484B-A2F2-A89A8125353A}" type="presParOf" srcId="{3AA1DC0F-BA5B-42B8-8CB9-B3A462CF982A}" destId="{7DE0F66C-90F1-46B4-B5CF-059C3737BC58}" srcOrd="2" destOrd="0" presId="urn:microsoft.com/office/officeart/2005/8/layout/chevron1"/>
    <dgm:cxn modelId="{E9987F13-6E60-43CD-9B7E-041828CF1731}" type="presParOf" srcId="{3AA1DC0F-BA5B-42B8-8CB9-B3A462CF982A}" destId="{6F3278B1-C772-46EB-A14C-51AA48DE320A}" srcOrd="3" destOrd="0" presId="urn:microsoft.com/office/officeart/2005/8/layout/chevron1"/>
    <dgm:cxn modelId="{774840AC-887B-40EF-AFBB-058CFDEC0A2B}" type="presParOf" srcId="{3AA1DC0F-BA5B-42B8-8CB9-B3A462CF982A}" destId="{14F5ECFE-500D-4006-88CD-FD795F2F4CEA}"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95744-15E0-4888-AAAF-9FD8EA346331}">
      <dsp:nvSpPr>
        <dsp:cNvPr id="0" name=""/>
        <dsp:cNvSpPr/>
      </dsp:nvSpPr>
      <dsp:spPr>
        <a:xfrm>
          <a:off x="5993950" y="3664"/>
          <a:ext cx="4850292" cy="1769077"/>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endParaRPr lang="en-US" sz="3800" kern="1200" dirty="0"/>
        </a:p>
        <a:p>
          <a:pPr marL="0" lvl="0" indent="0" algn="ctr" defTabSz="1689100">
            <a:lnSpc>
              <a:spcPct val="90000"/>
            </a:lnSpc>
            <a:spcBef>
              <a:spcPct val="0"/>
            </a:spcBef>
            <a:spcAft>
              <a:spcPct val="35000"/>
            </a:spcAft>
            <a:buNone/>
          </a:pPr>
          <a:r>
            <a:rPr lang="en-US" sz="3800" kern="1200" dirty="0"/>
            <a:t>Audience</a:t>
          </a:r>
        </a:p>
        <a:p>
          <a:pPr marL="0" lvl="0" indent="0" algn="ctr" defTabSz="1689100">
            <a:lnSpc>
              <a:spcPct val="90000"/>
            </a:lnSpc>
            <a:spcBef>
              <a:spcPct val="0"/>
            </a:spcBef>
            <a:spcAft>
              <a:spcPct val="35000"/>
            </a:spcAft>
            <a:buNone/>
          </a:pPr>
          <a:endParaRPr lang="en-CA" sz="3800" kern="1200" dirty="0"/>
        </a:p>
      </dsp:txBody>
      <dsp:txXfrm>
        <a:off x="6080309" y="90023"/>
        <a:ext cx="4677574" cy="1596359"/>
      </dsp:txXfrm>
    </dsp:sp>
    <dsp:sp modelId="{BBF7539E-4787-4F90-A12B-3F3D32D26566}">
      <dsp:nvSpPr>
        <dsp:cNvPr id="0" name=""/>
        <dsp:cNvSpPr/>
      </dsp:nvSpPr>
      <dsp:spPr>
        <a:xfrm>
          <a:off x="5040461" y="1447697"/>
          <a:ext cx="5846908" cy="5846908"/>
        </a:xfrm>
        <a:custGeom>
          <a:avLst/>
          <a:gdLst/>
          <a:ahLst/>
          <a:cxnLst/>
          <a:rect l="0" t="0" r="0" b="0"/>
          <a:pathLst>
            <a:path>
              <a:moveTo>
                <a:pt x="4278970" y="333249"/>
              </a:moveTo>
              <a:arcTo wR="2923454" hR="2923454" stAng="17857448" swAng="2085104"/>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6628DD0-E839-4637-8DF6-66EC0E088D3E}">
      <dsp:nvSpPr>
        <dsp:cNvPr id="0" name=""/>
        <dsp:cNvSpPr/>
      </dsp:nvSpPr>
      <dsp:spPr>
        <a:xfrm>
          <a:off x="8931992" y="3031432"/>
          <a:ext cx="4821116" cy="1560449"/>
        </a:xfrm>
        <a:prstGeom prst="roundRect">
          <a:avLst/>
        </a:prstGeom>
        <a:solidFill>
          <a:srgbClr val="CDA59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Mission and Vision</a:t>
          </a:r>
          <a:endParaRPr lang="en-CA" sz="4100" kern="1200" dirty="0"/>
        </a:p>
      </dsp:txBody>
      <dsp:txXfrm>
        <a:off x="9008167" y="3107607"/>
        <a:ext cx="4668766" cy="1408099"/>
      </dsp:txXfrm>
    </dsp:sp>
    <dsp:sp modelId="{3B25767F-B41C-474C-8F82-14650411D2EF}">
      <dsp:nvSpPr>
        <dsp:cNvPr id="0" name=""/>
        <dsp:cNvSpPr/>
      </dsp:nvSpPr>
      <dsp:spPr>
        <a:xfrm>
          <a:off x="5040461" y="328707"/>
          <a:ext cx="5846908" cy="5846908"/>
        </a:xfrm>
        <a:custGeom>
          <a:avLst/>
          <a:gdLst/>
          <a:ahLst/>
          <a:cxnLst/>
          <a:rect l="0" t="0" r="0" b="0"/>
          <a:pathLst>
            <a:path>
              <a:moveTo>
                <a:pt x="5513659" y="4278970"/>
              </a:moveTo>
              <a:arcTo wR="2923454" hR="2923454" stAng="1657448" swAng="2085104"/>
            </a:path>
          </a:pathLst>
        </a:custGeom>
        <a:noFill/>
        <a:ln w="9525" cap="flat" cmpd="sng" algn="ctr">
          <a:solidFill>
            <a:schemeClr val="accent3">
              <a:hueOff val="3750088"/>
              <a:satOff val="-5627"/>
              <a:lumOff val="-915"/>
              <a:alphaOff val="0"/>
            </a:schemeClr>
          </a:solidFill>
          <a:prstDash val="solid"/>
        </a:ln>
        <a:effectLst/>
      </dsp:spPr>
      <dsp:style>
        <a:lnRef idx="1">
          <a:scrgbClr r="0" g="0" b="0"/>
        </a:lnRef>
        <a:fillRef idx="0">
          <a:scrgbClr r="0" g="0" b="0"/>
        </a:fillRef>
        <a:effectRef idx="0">
          <a:scrgbClr r="0" g="0" b="0"/>
        </a:effectRef>
        <a:fontRef idx="minor"/>
      </dsp:style>
    </dsp:sp>
    <dsp:sp modelId="{B127CB8E-30B3-4B46-BE2C-D2ECCC052EF7}">
      <dsp:nvSpPr>
        <dsp:cNvPr id="0" name=""/>
        <dsp:cNvSpPr/>
      </dsp:nvSpPr>
      <dsp:spPr>
        <a:xfrm>
          <a:off x="6034353" y="5850572"/>
          <a:ext cx="4769486" cy="1769077"/>
        </a:xfrm>
        <a:prstGeom prst="roundRect">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Values</a:t>
          </a:r>
          <a:endParaRPr lang="en-CA" sz="4100" kern="1200" dirty="0"/>
        </a:p>
      </dsp:txBody>
      <dsp:txXfrm>
        <a:off x="6120712" y="5936931"/>
        <a:ext cx="4596768" cy="1596359"/>
      </dsp:txXfrm>
    </dsp:sp>
    <dsp:sp modelId="{4A7342F0-0BB1-497C-9FB8-CB9B0A941DDC}">
      <dsp:nvSpPr>
        <dsp:cNvPr id="0" name=""/>
        <dsp:cNvSpPr/>
      </dsp:nvSpPr>
      <dsp:spPr>
        <a:xfrm>
          <a:off x="5976941" y="342341"/>
          <a:ext cx="5846908" cy="5846908"/>
        </a:xfrm>
        <a:custGeom>
          <a:avLst/>
          <a:gdLst/>
          <a:ahLst/>
          <a:cxnLst/>
          <a:rect l="0" t="0" r="0" b="0"/>
          <a:pathLst>
            <a:path>
              <a:moveTo>
                <a:pt x="1542399" y="5500132"/>
              </a:moveTo>
              <a:arcTo wR="2923454" hR="2923454" stAng="7091432" swAng="2017136"/>
            </a:path>
          </a:pathLst>
        </a:custGeom>
        <a:noFill/>
        <a:ln w="9525" cap="flat" cmpd="sng" algn="ctr">
          <a:solidFill>
            <a:schemeClr val="accent3">
              <a:hueOff val="7500176"/>
              <a:satOff val="-11253"/>
              <a:lumOff val="-1830"/>
              <a:alphaOff val="0"/>
            </a:schemeClr>
          </a:solidFill>
          <a:prstDash val="solid"/>
        </a:ln>
        <a:effectLst/>
      </dsp:spPr>
      <dsp:style>
        <a:lnRef idx="1">
          <a:scrgbClr r="0" g="0" b="0"/>
        </a:lnRef>
        <a:fillRef idx="0">
          <a:scrgbClr r="0" g="0" b="0"/>
        </a:fillRef>
        <a:effectRef idx="0">
          <a:scrgbClr r="0" g="0" b="0"/>
        </a:effectRef>
        <a:fontRef idx="minor"/>
      </dsp:style>
    </dsp:sp>
    <dsp:sp modelId="{8CBF72CE-9DAE-4CB2-B9BF-4E5321FA8741}">
      <dsp:nvSpPr>
        <dsp:cNvPr id="0" name=""/>
        <dsp:cNvSpPr/>
      </dsp:nvSpPr>
      <dsp:spPr>
        <a:xfrm>
          <a:off x="3163290" y="2991680"/>
          <a:ext cx="4664702" cy="1639952"/>
        </a:xfrm>
        <a:prstGeom prst="roundRect">
          <a:avLst/>
        </a:prstGeom>
        <a:solidFill>
          <a:srgbClr val="8BA58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Promises</a:t>
          </a:r>
          <a:endParaRPr lang="en-CA" sz="4100" kern="1200" dirty="0"/>
        </a:p>
      </dsp:txBody>
      <dsp:txXfrm>
        <a:off x="3243346" y="3071736"/>
        <a:ext cx="4504590" cy="1479840"/>
      </dsp:txXfrm>
    </dsp:sp>
    <dsp:sp modelId="{102869A7-D0CF-4232-91BA-90371EF3B80B}">
      <dsp:nvSpPr>
        <dsp:cNvPr id="0" name=""/>
        <dsp:cNvSpPr/>
      </dsp:nvSpPr>
      <dsp:spPr>
        <a:xfrm>
          <a:off x="5976941" y="1434064"/>
          <a:ext cx="5846908" cy="5846908"/>
        </a:xfrm>
        <a:custGeom>
          <a:avLst/>
          <a:gdLst/>
          <a:ahLst/>
          <a:cxnLst/>
          <a:rect l="0" t="0" r="0" b="0"/>
          <a:pathLst>
            <a:path>
              <a:moveTo>
                <a:pt x="346775" y="1542399"/>
              </a:moveTo>
              <a:arcTo wR="2923454" hR="2923454" stAng="12491432" swAng="2017136"/>
            </a:path>
          </a:pathLst>
        </a:custGeom>
        <a:noFill/>
        <a:ln w="9525" cap="flat" cmpd="sng" algn="ctr">
          <a:solidFill>
            <a:schemeClr val="accent3">
              <a:hueOff val="11250264"/>
              <a:satOff val="-16880"/>
              <a:lumOff val="-2745"/>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C35E28-0FDE-4F8D-B30E-A243B7CDBFB7}">
      <dsp:nvSpPr>
        <dsp:cNvPr id="0" name=""/>
        <dsp:cNvSpPr/>
      </dsp:nvSpPr>
      <dsp:spPr>
        <a:xfrm>
          <a:off x="4938" y="2759411"/>
          <a:ext cx="6016324" cy="2406529"/>
        </a:xfrm>
        <a:prstGeom prst="chevron">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2022" tIns="57341" rIns="57341" bIns="57341" numCol="1" spcCol="1270" anchor="ctr" anchorCtr="0">
          <a:noAutofit/>
        </a:bodyPr>
        <a:lstStyle/>
        <a:p>
          <a:pPr marL="0" lvl="0" indent="0" algn="ctr" defTabSz="1911350">
            <a:lnSpc>
              <a:spcPct val="90000"/>
            </a:lnSpc>
            <a:spcBef>
              <a:spcPct val="0"/>
            </a:spcBef>
            <a:spcAft>
              <a:spcPct val="35000"/>
            </a:spcAft>
            <a:buNone/>
          </a:pPr>
          <a:r>
            <a:rPr lang="en-US" sz="4300" kern="1200" dirty="0"/>
            <a:t>Competitor Analysis</a:t>
          </a:r>
          <a:endParaRPr lang="en-CA" sz="4300" kern="1200" dirty="0"/>
        </a:p>
      </dsp:txBody>
      <dsp:txXfrm>
        <a:off x="1208203" y="2759411"/>
        <a:ext cx="3609795" cy="2406529"/>
      </dsp:txXfrm>
    </dsp:sp>
    <dsp:sp modelId="{7DE0F66C-90F1-46B4-B5CF-059C3737BC58}">
      <dsp:nvSpPr>
        <dsp:cNvPr id="0" name=""/>
        <dsp:cNvSpPr/>
      </dsp:nvSpPr>
      <dsp:spPr>
        <a:xfrm>
          <a:off x="5419629" y="2759411"/>
          <a:ext cx="6016324" cy="2406529"/>
        </a:xfrm>
        <a:prstGeom prst="chevron">
          <a:avLst/>
        </a:prstGeom>
        <a:solidFill>
          <a:srgbClr val="CDA59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2022" tIns="57341" rIns="57341" bIns="57341" numCol="1" spcCol="1270" anchor="ctr" anchorCtr="0">
          <a:noAutofit/>
        </a:bodyPr>
        <a:lstStyle/>
        <a:p>
          <a:pPr marL="0" lvl="0" indent="0" algn="ctr" defTabSz="1911350">
            <a:lnSpc>
              <a:spcPct val="90000"/>
            </a:lnSpc>
            <a:spcBef>
              <a:spcPct val="0"/>
            </a:spcBef>
            <a:spcAft>
              <a:spcPct val="35000"/>
            </a:spcAft>
            <a:buNone/>
          </a:pPr>
          <a:r>
            <a:rPr lang="en-US" sz="4300" kern="1200" dirty="0"/>
            <a:t>Differentiation</a:t>
          </a:r>
          <a:endParaRPr lang="en-CA" sz="4300" kern="1200" dirty="0"/>
        </a:p>
      </dsp:txBody>
      <dsp:txXfrm>
        <a:off x="6622894" y="2759411"/>
        <a:ext cx="3609795" cy="2406529"/>
      </dsp:txXfrm>
    </dsp:sp>
    <dsp:sp modelId="{14F5ECFE-500D-4006-88CD-FD795F2F4CEA}">
      <dsp:nvSpPr>
        <dsp:cNvPr id="0" name=""/>
        <dsp:cNvSpPr/>
      </dsp:nvSpPr>
      <dsp:spPr>
        <a:xfrm>
          <a:off x="10834321" y="2759411"/>
          <a:ext cx="6016324" cy="2406529"/>
        </a:xfrm>
        <a:prstGeom prst="chevron">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2022" tIns="57341" rIns="57341" bIns="57341" numCol="1" spcCol="1270" anchor="ctr" anchorCtr="0">
          <a:noAutofit/>
        </a:bodyPr>
        <a:lstStyle/>
        <a:p>
          <a:pPr marL="0" lvl="0" indent="0" algn="ctr" defTabSz="1911350">
            <a:lnSpc>
              <a:spcPct val="90000"/>
            </a:lnSpc>
            <a:spcBef>
              <a:spcPct val="0"/>
            </a:spcBef>
            <a:spcAft>
              <a:spcPct val="35000"/>
            </a:spcAft>
            <a:buNone/>
          </a:pPr>
          <a:r>
            <a:rPr lang="en-US" sz="4300" kern="1200" dirty="0"/>
            <a:t>Positioning</a:t>
          </a:r>
          <a:endParaRPr lang="en-CA" sz="4300" kern="1200" dirty="0"/>
        </a:p>
      </dsp:txBody>
      <dsp:txXfrm>
        <a:off x="12037586" y="2759411"/>
        <a:ext cx="3609795" cy="2406529"/>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fed7dbb8d7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g2fed7dbb8d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28e154e5ac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28e154e5ac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I’ve prepared a few slides to outline the lifecycle of branding from a high-level perspective, drawing from my marketing experience. If you have a few minutes, I’d love to walk you through them.</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Branding is the process of defining how we want to be perceived and shaping that perception in the minds of others. A strong brand offers numerous benefits, such as enhancing recognition, building credibility, and fostering long-term relationships. There are four pillars of branding: Brand DNA, Positioning, Personality, and the Communications Plan. These elements guide the journey from defining who we want to be to how we present.</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fed7dbb8d7_2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Brand DNA is the foundation of who we are. It starts with a deep understanding of our audience, which informs our mission, vision, values, and promises. These elements should permeate every aspect of daily operations, ensuring alignment across the organization. For instance, many successful companies use live dashboards displaying key metrics visible to all staff, reinforcing shared goals and promises. Maintaining organizational alignment may sound straightforward, but it’s one of the most challenging—and vital—parts of building a cohesive brand.</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0" lvl="0" indent="0" algn="l" rtl="0">
              <a:spcBef>
                <a:spcPts val="0"/>
              </a:spcBef>
              <a:spcAft>
                <a:spcPts val="0"/>
              </a:spcAft>
              <a:buNone/>
            </a:pPr>
            <a:endParaRPr dirty="0"/>
          </a:p>
        </p:txBody>
      </p:sp>
      <p:sp>
        <p:nvSpPr>
          <p:cNvPr id="190" name="Google Shape;190;g2fed7dbb8d7_2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4169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fed7dbb8d7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Positioning helps us establish how we differentiate ourselves in the marketplace. This requires thorough competitor analysis—both internal and external—to identify our unique strengths. With this insight, we can position our brand effectively on a perceptual map and develop a clear and compelling positioning statement. This serves as the backbone for building a consistent and unified brand presence.</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0" lvl="0" indent="0" algn="l" rtl="0">
              <a:spcBef>
                <a:spcPts val="0"/>
              </a:spcBef>
              <a:spcAft>
                <a:spcPts val="0"/>
              </a:spcAft>
              <a:buClr>
                <a:schemeClr val="dk1"/>
              </a:buClr>
              <a:buSzPts val="1100"/>
              <a:buFont typeface="Arial"/>
              <a:buNone/>
            </a:pPr>
            <a:endParaRPr dirty="0"/>
          </a:p>
        </p:txBody>
      </p:sp>
      <p:sp>
        <p:nvSpPr>
          <p:cNvPr id="213" name="Google Shape;213;g2fed7dbb8d7_2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fed7dbb8d7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Once we’ve defined who we want to be, we craft the brand personality—how we show up in the world. This includes both verbal identity (our tone and voice) and visual identity (design and imagery). Together, these elements help us define our brand archetype. For example, do we want to be seen as a nurturing and dependable caregiver? Or perhaps something entirely different? This step humanizes the brand and makes it relatable to our audience.</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218440" lvl="0" indent="0" algn="l" rtl="0">
              <a:spcBef>
                <a:spcPts val="0"/>
              </a:spcBef>
              <a:spcAft>
                <a:spcPts val="0"/>
              </a:spcAft>
              <a:buClr>
                <a:schemeClr val="dk1"/>
              </a:buClr>
              <a:buSzPct val="100000"/>
              <a:buNone/>
            </a:pPr>
            <a:endParaRPr lang="en-CA" dirty="0"/>
          </a:p>
        </p:txBody>
      </p:sp>
      <p:sp>
        <p:nvSpPr>
          <p:cNvPr id="213" name="Google Shape;213;g2fed7dbb8d7_2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339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0d519ac304_0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Finally, the communications plan determines how we present ourselves. This plan is tailored to reflect the brand’s DNA, positioning, and personality, ensuring a consistent message across all touchpoints. For instance, something as simple as an email signature banner can reinforce brand identity when aligned with our broader strategy.</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0" lvl="0" indent="0" algn="l" rtl="0">
              <a:spcBef>
                <a:spcPts val="0"/>
              </a:spcBef>
              <a:spcAft>
                <a:spcPts val="0"/>
              </a:spcAft>
              <a:buNone/>
            </a:pPr>
            <a:r>
              <a:rPr lang="en-CA" dirty="0"/>
              <a:t>All in all, branding is an ongoing journey that requires alignment, differentiation, and thoughtful execution. These four pillars—Brand DNA, Positioning, Personality, and Communications—lay the groundwork for creating a brand that resonates with our audience and stands the test of time. </a:t>
            </a:r>
          </a:p>
          <a:p>
            <a:pPr marL="457200" lvl="0" indent="0" algn="l" rtl="0">
              <a:spcBef>
                <a:spcPts val="0"/>
              </a:spcBef>
              <a:spcAft>
                <a:spcPts val="0"/>
              </a:spcAft>
              <a:buNone/>
            </a:pPr>
            <a:endParaRPr dirty="0"/>
          </a:p>
        </p:txBody>
      </p:sp>
      <p:sp>
        <p:nvSpPr>
          <p:cNvPr id="267" name="Google Shape;267;g30d519ac304_0_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0d519ac304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concludes my presentation. Thank you for your time!</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a:t>In the case if some of these services that I mentioned are unavailable in your university, </a:t>
            </a:r>
            <a:endParaRPr/>
          </a:p>
          <a:p>
            <a:pPr marL="0" lvl="0" indent="0" algn="l" rtl="0">
              <a:spcBef>
                <a:spcPts val="0"/>
              </a:spcBef>
              <a:spcAft>
                <a:spcPts val="0"/>
              </a:spcAft>
              <a:buClr>
                <a:schemeClr val="dk1"/>
              </a:buClr>
              <a:buSzPts val="1100"/>
              <a:buFont typeface="Arial"/>
              <a:buNone/>
            </a:pPr>
            <a:r>
              <a:rPr lang="en-US"/>
              <a:t>you can always search online for external resources and support. The key is don’t be </a:t>
            </a:r>
            <a:endParaRPr/>
          </a:p>
          <a:p>
            <a:pPr marL="0" lvl="0" indent="0" algn="l" rtl="0">
              <a:spcBef>
                <a:spcPts val="0"/>
              </a:spcBef>
              <a:spcAft>
                <a:spcPts val="0"/>
              </a:spcAft>
              <a:buClr>
                <a:schemeClr val="dk1"/>
              </a:buClr>
              <a:buSzPts val="1100"/>
              <a:buFont typeface="Arial"/>
              <a:buNone/>
            </a:pPr>
            <a:r>
              <a:rPr lang="en-US"/>
              <a:t>afraid to reach out, and become a problem solver.</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US"/>
              <a:t>I hope you now feel more prepared to navigate your first year of university. </a:t>
            </a:r>
            <a:endParaRPr/>
          </a:p>
          <a:p>
            <a:pPr marL="0" lvl="0" indent="0" algn="l" rtl="0">
              <a:spcBef>
                <a:spcPts val="0"/>
              </a:spcBef>
              <a:spcAft>
                <a:spcPts val="0"/>
              </a:spcAft>
              <a:buNone/>
            </a:pPr>
            <a:endParaRPr/>
          </a:p>
          <a:p>
            <a:pPr marL="0" lvl="0" indent="0" algn="l" rtl="0">
              <a:spcBef>
                <a:spcPts val="0"/>
              </a:spcBef>
              <a:spcAft>
                <a:spcPts val="0"/>
              </a:spcAft>
              <a:buNone/>
            </a:pPr>
            <a:r>
              <a:rPr lang="en-US"/>
              <a:t>Remember to stay informed, plan ahead, and make the most of your university resources. </a:t>
            </a:r>
            <a:endParaRPr/>
          </a:p>
          <a:p>
            <a:pPr marL="0" lvl="0" indent="0" algn="l" rtl="0">
              <a:spcBef>
                <a:spcPts val="0"/>
              </a:spcBef>
              <a:spcAft>
                <a:spcPts val="0"/>
              </a:spcAft>
              <a:buNone/>
            </a:pPr>
            <a:endParaRPr/>
          </a:p>
          <a:p>
            <a:pPr marL="0" lvl="0" indent="0" algn="l" rtl="0">
              <a:spcBef>
                <a:spcPts val="0"/>
              </a:spcBef>
              <a:spcAft>
                <a:spcPts val="0"/>
              </a:spcAft>
              <a:buNone/>
            </a:pPr>
            <a:r>
              <a:rPr lang="en-US"/>
              <a:t>If you have any questions, feel free to ask. Best of luck on your journey—be resilient, </a:t>
            </a:r>
            <a:endParaRPr/>
          </a:p>
          <a:p>
            <a:pPr marL="0" lvl="0" indent="0" algn="l" rtl="0">
              <a:spcBef>
                <a:spcPts val="0"/>
              </a:spcBef>
              <a:spcAft>
                <a:spcPts val="0"/>
              </a:spcAft>
              <a:buNone/>
            </a:pPr>
            <a:r>
              <a:rPr lang="en-US"/>
              <a:t>stay well, and get involved!</a:t>
            </a:r>
            <a:endParaRPr/>
          </a:p>
        </p:txBody>
      </p:sp>
      <p:sp>
        <p:nvSpPr>
          <p:cNvPr id="285" name="Google Shape;285;g30d519ac304_0_39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0"/>
        <p:cNvGrpSpPr/>
        <p:nvPr/>
      </p:nvGrpSpPr>
      <p:grpSpPr>
        <a:xfrm>
          <a:off x="0" y="0"/>
          <a:ext cx="0" cy="0"/>
          <a:chOff x="0" y="0"/>
          <a:chExt cx="0" cy="0"/>
        </a:xfrm>
      </p:grpSpPr>
      <p:sp>
        <p:nvSpPr>
          <p:cNvPr id="81" name="Google Shape;81;p13"/>
          <p:cNvSpPr txBox="1">
            <a:spLocks noGrp="1"/>
          </p:cNvSpPr>
          <p:nvPr>
            <p:ph type="body" idx="1"/>
          </p:nvPr>
        </p:nvSpPr>
        <p:spPr>
          <a:xfrm>
            <a:off x="6234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82" name="Google Shape;82;p13"/>
          <p:cNvSpPr txBox="1">
            <a:spLocks noGrp="1"/>
          </p:cNvSpPr>
          <p:nvPr>
            <p:ph type="body" idx="2"/>
          </p:nvPr>
        </p:nvSpPr>
        <p:spPr>
          <a:xfrm>
            <a:off x="96648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83" name="Google Shape;83;p1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84" name="Google Shape;84;p13"/>
          <p:cNvPicPr preferRelativeResize="0"/>
          <p:nvPr/>
        </p:nvPicPr>
        <p:blipFill rotWithShape="1">
          <a:blip r:embed="rId2">
            <a:alphaModFix/>
          </a:blip>
          <a:srcRect/>
          <a:stretch/>
        </p:blipFill>
        <p:spPr>
          <a:xfrm>
            <a:off x="0" y="16"/>
            <a:ext cx="18287997" cy="2027769"/>
          </a:xfrm>
          <a:prstGeom prst="rect">
            <a:avLst/>
          </a:prstGeom>
          <a:noFill/>
          <a:ln>
            <a:noFill/>
          </a:ln>
        </p:spPr>
      </p:pic>
      <p:sp>
        <p:nvSpPr>
          <p:cNvPr id="85" name="Google Shape;85;p13"/>
          <p:cNvSpPr txBox="1">
            <a:spLocks noGrp="1"/>
          </p:cNvSpPr>
          <p:nvPr>
            <p:ph type="title"/>
          </p:nvPr>
        </p:nvSpPr>
        <p:spPr>
          <a:xfrm>
            <a:off x="623400" y="523528"/>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Clr>
                <a:schemeClr val="lt1"/>
              </a:buClr>
              <a:buSzPts val="5600"/>
              <a:buNone/>
              <a:defRPr>
                <a:solidFill>
                  <a:schemeClr val="lt1"/>
                </a:solidFill>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pic>
        <p:nvPicPr>
          <p:cNvPr id="86" name="Google Shape;86;p13"/>
          <p:cNvPicPr preferRelativeResize="0"/>
          <p:nvPr/>
        </p:nvPicPr>
        <p:blipFill rotWithShape="1">
          <a:blip r:embed="rId3">
            <a:alphaModFix/>
          </a:blip>
          <a:srcRect/>
          <a:stretch/>
        </p:blipFill>
        <p:spPr>
          <a:xfrm>
            <a:off x="16675450" y="523548"/>
            <a:ext cx="989150" cy="9996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598D"/>
        </a:solidFill>
        <a:effectLst/>
      </p:bgPr>
    </p:bg>
    <p:spTree>
      <p:nvGrpSpPr>
        <p:cNvPr id="1" name="Shape 165"/>
        <p:cNvGrpSpPr/>
        <p:nvPr/>
      </p:nvGrpSpPr>
      <p:grpSpPr>
        <a:xfrm>
          <a:off x="0" y="0"/>
          <a:ext cx="0" cy="0"/>
          <a:chOff x="0" y="0"/>
          <a:chExt cx="0" cy="0"/>
        </a:xfrm>
      </p:grpSpPr>
      <p:pic>
        <p:nvPicPr>
          <p:cNvPr id="166" name="Google Shape;166;p26"/>
          <p:cNvPicPr preferRelativeResize="0"/>
          <p:nvPr/>
        </p:nvPicPr>
        <p:blipFill rotWithShape="1">
          <a:blip r:embed="rId3">
            <a:alphaModFix/>
          </a:blip>
          <a:srcRect r="18856"/>
          <a:stretch/>
        </p:blipFill>
        <p:spPr>
          <a:xfrm>
            <a:off x="7158324" y="0"/>
            <a:ext cx="11129676" cy="10287000"/>
          </a:xfrm>
          <a:prstGeom prst="rect">
            <a:avLst/>
          </a:prstGeom>
          <a:noFill/>
          <a:ln>
            <a:noFill/>
          </a:ln>
        </p:spPr>
      </p:pic>
      <p:sp>
        <p:nvSpPr>
          <p:cNvPr id="167" name="Google Shape;167;p26"/>
          <p:cNvSpPr/>
          <p:nvPr/>
        </p:nvSpPr>
        <p:spPr>
          <a:xfrm>
            <a:off x="-100000" y="-50000"/>
            <a:ext cx="7719900" cy="10337100"/>
          </a:xfrm>
          <a:prstGeom prst="rect">
            <a:avLst/>
          </a:prstGeom>
          <a:solidFill>
            <a:srgbClr val="8BA58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168" name="Google Shape;168;p26"/>
          <p:cNvPicPr preferRelativeResize="0"/>
          <p:nvPr/>
        </p:nvPicPr>
        <p:blipFill rotWithShape="1">
          <a:blip r:embed="rId4">
            <a:alphaModFix/>
          </a:blip>
          <a:srcRect l="15994" r="22059"/>
          <a:stretch/>
        </p:blipFill>
        <p:spPr>
          <a:xfrm>
            <a:off x="7386925" y="-50000"/>
            <a:ext cx="10901074" cy="10337099"/>
          </a:xfrm>
          <a:prstGeom prst="rect">
            <a:avLst/>
          </a:prstGeom>
          <a:noFill/>
          <a:ln>
            <a:noFill/>
          </a:ln>
        </p:spPr>
      </p:pic>
      <p:sp>
        <p:nvSpPr>
          <p:cNvPr id="169" name="Google Shape;169;p26"/>
          <p:cNvSpPr txBox="1"/>
          <p:nvPr/>
        </p:nvSpPr>
        <p:spPr>
          <a:xfrm>
            <a:off x="979400" y="2780475"/>
            <a:ext cx="10198800" cy="2265900"/>
          </a:xfrm>
          <a:prstGeom prst="rect">
            <a:avLst/>
          </a:prstGeom>
          <a:noFill/>
          <a:ln>
            <a:noFill/>
          </a:ln>
          <a:effectLst>
            <a:outerShdw blurRad="257175" dist="57150" dir="5400000" algn="bl" rotWithShape="0">
              <a:srgbClr val="000000">
                <a:alpha val="72000"/>
              </a:srgbClr>
            </a:outerShdw>
          </a:effectLst>
        </p:spPr>
        <p:txBody>
          <a:bodyPr spcFirstLastPara="1" wrap="square" lIns="0" tIns="0" rIns="0" bIns="0" anchor="t" anchorCtr="0">
            <a:spAutoFit/>
          </a:bodyPr>
          <a:lstStyle/>
          <a:p>
            <a:pPr marL="0" lvl="0" indent="0" algn="l" rtl="0">
              <a:lnSpc>
                <a:spcPct val="92000"/>
              </a:lnSpc>
              <a:spcBef>
                <a:spcPts val="0"/>
              </a:spcBef>
              <a:spcAft>
                <a:spcPts val="0"/>
              </a:spcAft>
              <a:buSzPts val="1100"/>
              <a:buNone/>
            </a:pPr>
            <a:r>
              <a:rPr lang="en-US" sz="8000" b="1" dirty="0">
                <a:solidFill>
                  <a:srgbClr val="FFFFFF"/>
                </a:solidFill>
                <a:latin typeface="Montserrat Black"/>
                <a:ea typeface="Montserrat Black"/>
                <a:cs typeface="Montserrat Black"/>
                <a:sym typeface="Montserrat Black"/>
              </a:rPr>
              <a:t>LIFECYCLE OF </a:t>
            </a:r>
            <a:r>
              <a:rPr lang="en-US" sz="8000" b="1" dirty="0">
                <a:solidFill>
                  <a:srgbClr val="CDA59E"/>
                </a:solidFill>
                <a:latin typeface="Montserrat Black"/>
                <a:ea typeface="Montserrat Black"/>
                <a:cs typeface="Montserrat Black"/>
                <a:sym typeface="Montserrat Black"/>
              </a:rPr>
              <a:t>BRANDING</a:t>
            </a:r>
            <a:endParaRPr sz="6000" b="1" dirty="0">
              <a:solidFill>
                <a:srgbClr val="FFFFFF"/>
              </a:solidFill>
              <a:latin typeface="Montserrat Black"/>
              <a:ea typeface="Montserrat Black"/>
              <a:cs typeface="Montserrat Black"/>
              <a:sym typeface="Montserrat Black"/>
            </a:endParaRPr>
          </a:p>
        </p:txBody>
      </p:sp>
      <p:sp>
        <p:nvSpPr>
          <p:cNvPr id="170" name="Google Shape;170;p26"/>
          <p:cNvSpPr txBox="1"/>
          <p:nvPr/>
        </p:nvSpPr>
        <p:spPr>
          <a:xfrm>
            <a:off x="979403" y="6562175"/>
            <a:ext cx="6489900" cy="1755000"/>
          </a:xfrm>
          <a:prstGeom prst="rect">
            <a:avLst/>
          </a:prstGeom>
          <a:noFill/>
          <a:ln>
            <a:noFill/>
          </a:ln>
        </p:spPr>
        <p:txBody>
          <a:bodyPr spcFirstLastPara="1" wrap="square" lIns="0" tIns="0" rIns="0" bIns="0" anchor="t" anchorCtr="0">
            <a:spAutoFit/>
          </a:bodyPr>
          <a:lstStyle/>
          <a:p>
            <a:pPr marL="0" lvl="0" indent="0" algn="l" rtl="0">
              <a:lnSpc>
                <a:spcPct val="140014"/>
              </a:lnSpc>
              <a:spcBef>
                <a:spcPts val="0"/>
              </a:spcBef>
              <a:spcAft>
                <a:spcPts val="0"/>
              </a:spcAft>
              <a:buSzPts val="1100"/>
              <a:buNone/>
            </a:pPr>
            <a:r>
              <a:rPr lang="en-US" sz="3000" b="1" i="1">
                <a:solidFill>
                  <a:srgbClr val="FFFFFF"/>
                </a:solidFill>
                <a:latin typeface="Montserrat"/>
                <a:ea typeface="Montserrat"/>
                <a:cs typeface="Montserrat"/>
                <a:sym typeface="Montserrat"/>
              </a:rPr>
              <a:t>Strategizing for a Unified and Recognizable Identity</a:t>
            </a:r>
            <a:endParaRPr sz="3000" b="1" i="1">
              <a:solidFill>
                <a:srgbClr val="FFFFFF"/>
              </a:solidFill>
              <a:latin typeface="Montserrat"/>
              <a:ea typeface="Montserrat"/>
              <a:cs typeface="Montserrat"/>
              <a:sym typeface="Montserrat"/>
            </a:endParaRPr>
          </a:p>
          <a:p>
            <a:pPr marL="0" lvl="0" indent="0" algn="l" rtl="0">
              <a:lnSpc>
                <a:spcPct val="140014"/>
              </a:lnSpc>
              <a:spcBef>
                <a:spcPts val="0"/>
              </a:spcBef>
              <a:spcAft>
                <a:spcPts val="0"/>
              </a:spcAft>
              <a:buSzPts val="1100"/>
              <a:buNone/>
            </a:pPr>
            <a:endParaRPr sz="3000" b="1" i="1">
              <a:solidFill>
                <a:srgbClr val="FFFFFF"/>
              </a:solidFill>
              <a:latin typeface="Montserrat"/>
              <a:ea typeface="Montserrat"/>
              <a:cs typeface="Montserrat"/>
              <a:sym typeface="Montserrat"/>
            </a:endParaRPr>
          </a:p>
        </p:txBody>
      </p:sp>
      <p:sp>
        <p:nvSpPr>
          <p:cNvPr id="171" name="Google Shape;171;p26"/>
          <p:cNvSpPr txBox="1"/>
          <p:nvPr/>
        </p:nvSpPr>
        <p:spPr>
          <a:xfrm>
            <a:off x="979401" y="7886838"/>
            <a:ext cx="6045600" cy="315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50" b="0" i="0" u="none" strike="noStrike" cap="none">
                <a:solidFill>
                  <a:srgbClr val="FFFFFF"/>
                </a:solidFill>
                <a:latin typeface="Montserrat"/>
                <a:ea typeface="Montserrat"/>
                <a:cs typeface="Montserrat"/>
                <a:sym typeface="Montserrat"/>
              </a:rPr>
              <a:t>Presented By : </a:t>
            </a:r>
            <a:r>
              <a:rPr lang="en-US" sz="2050">
                <a:solidFill>
                  <a:srgbClr val="FFFFFF"/>
                </a:solidFill>
                <a:latin typeface="Montserrat"/>
                <a:ea typeface="Montserrat"/>
                <a:cs typeface="Montserrat"/>
                <a:sym typeface="Montserrat"/>
              </a:rPr>
              <a:t>Xinyue (Iris) Wang</a:t>
            </a:r>
            <a:endParaRPr/>
          </a:p>
        </p:txBody>
      </p:sp>
      <p:cxnSp>
        <p:nvCxnSpPr>
          <p:cNvPr id="172" name="Google Shape;172;p26"/>
          <p:cNvCxnSpPr/>
          <p:nvPr/>
        </p:nvCxnSpPr>
        <p:spPr>
          <a:xfrm>
            <a:off x="1028700" y="5804269"/>
            <a:ext cx="2261100" cy="0"/>
          </a:xfrm>
          <a:prstGeom prst="straightConnector1">
            <a:avLst/>
          </a:prstGeom>
          <a:noFill/>
          <a:ln w="104775" cap="rnd" cmpd="sng">
            <a:solidFill>
              <a:srgbClr val="FFFFFF"/>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p:nvPr/>
        </p:nvSpPr>
        <p:spPr>
          <a:xfrm>
            <a:off x="2413775" y="781150"/>
            <a:ext cx="13252500" cy="2069700"/>
          </a:xfrm>
          <a:prstGeom prst="triangle">
            <a:avLst>
              <a:gd name="adj" fmla="val 50000"/>
            </a:avLst>
          </a:prstGeom>
          <a:solidFill>
            <a:srgbClr val="8BA58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78" name="Google Shape;178;p27"/>
          <p:cNvSpPr/>
          <p:nvPr/>
        </p:nvSpPr>
        <p:spPr>
          <a:xfrm>
            <a:off x="2421875" y="3134388"/>
            <a:ext cx="13236300" cy="551400"/>
          </a:xfrm>
          <a:prstGeom prst="rect">
            <a:avLst/>
          </a:prstGeom>
          <a:solidFill>
            <a:srgbClr val="8BA58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79" name="Google Shape;179;p27"/>
          <p:cNvSpPr/>
          <p:nvPr/>
        </p:nvSpPr>
        <p:spPr>
          <a:xfrm>
            <a:off x="13180475" y="4066880"/>
            <a:ext cx="2485800" cy="5107500"/>
          </a:xfrm>
          <a:prstGeom prst="rect">
            <a:avLst/>
          </a:prstGeom>
          <a:solidFill>
            <a:srgbClr val="8BA58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80" name="Google Shape;180;p27"/>
          <p:cNvSpPr txBox="1"/>
          <p:nvPr/>
        </p:nvSpPr>
        <p:spPr>
          <a:xfrm>
            <a:off x="7809775" y="1414800"/>
            <a:ext cx="3158400" cy="1092900"/>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0"/>
              </a:spcAft>
              <a:buNone/>
            </a:pPr>
            <a:r>
              <a:rPr lang="en-US" sz="5900" b="1">
                <a:solidFill>
                  <a:schemeClr val="lt1"/>
                </a:solidFill>
                <a:latin typeface="Calibri"/>
                <a:ea typeface="Calibri"/>
                <a:cs typeface="Calibri"/>
                <a:sym typeface="Calibri"/>
              </a:rPr>
              <a:t>BRAND</a:t>
            </a:r>
            <a:endParaRPr sz="5900" b="1">
              <a:solidFill>
                <a:schemeClr val="lt1"/>
              </a:solidFill>
              <a:latin typeface="Calibri"/>
              <a:ea typeface="Calibri"/>
              <a:cs typeface="Calibri"/>
              <a:sym typeface="Calibri"/>
            </a:endParaRPr>
          </a:p>
        </p:txBody>
      </p:sp>
      <p:sp>
        <p:nvSpPr>
          <p:cNvPr id="181" name="Google Shape;181;p27"/>
          <p:cNvSpPr txBox="1"/>
          <p:nvPr/>
        </p:nvSpPr>
        <p:spPr>
          <a:xfrm rot="-5400000">
            <a:off x="11804213" y="5881875"/>
            <a:ext cx="5048400" cy="1477500"/>
          </a:xfrm>
          <a:prstGeom prst="rect">
            <a:avLst/>
          </a:prstGeom>
          <a:noFill/>
          <a:ln>
            <a:noFill/>
          </a:ln>
        </p:spPr>
        <p:txBody>
          <a:bodyPr spcFirstLastPara="1" wrap="square" lIns="91425" tIns="91425" rIns="91425" bIns="91425" anchor="t" anchorCtr="0">
            <a:spAutoFit/>
          </a:bodyPr>
          <a:lstStyle/>
          <a:p>
            <a:pPr marL="0" lvl="0" indent="0" algn="ctr" rtl="0">
              <a:spcBef>
                <a:spcPts val="1200"/>
              </a:spcBef>
              <a:spcAft>
                <a:spcPts val="0"/>
              </a:spcAft>
              <a:buNone/>
            </a:pPr>
            <a:r>
              <a:rPr lang="en-US" sz="4200" b="1" dirty="0">
                <a:solidFill>
                  <a:schemeClr val="lt1"/>
                </a:solidFill>
                <a:latin typeface="Calibri"/>
                <a:ea typeface="Calibri"/>
                <a:cs typeface="Calibri"/>
                <a:sym typeface="Calibri"/>
              </a:rPr>
              <a:t>COMMUNICATIONS PLAN</a:t>
            </a:r>
            <a:endParaRPr sz="4200" b="1" dirty="0">
              <a:solidFill>
                <a:schemeClr val="lt1"/>
              </a:solidFill>
              <a:latin typeface="Calibri"/>
              <a:ea typeface="Calibri"/>
              <a:cs typeface="Calibri"/>
              <a:sym typeface="Calibri"/>
            </a:endParaRPr>
          </a:p>
        </p:txBody>
      </p:sp>
      <p:sp>
        <p:nvSpPr>
          <p:cNvPr id="182" name="Google Shape;182;p27"/>
          <p:cNvSpPr/>
          <p:nvPr/>
        </p:nvSpPr>
        <p:spPr>
          <a:xfrm>
            <a:off x="9707775" y="4066880"/>
            <a:ext cx="2485800" cy="5107500"/>
          </a:xfrm>
          <a:prstGeom prst="rect">
            <a:avLst/>
          </a:prstGeom>
          <a:solidFill>
            <a:srgbClr val="CDA59E"/>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83" name="Google Shape;183;p27"/>
          <p:cNvSpPr txBox="1"/>
          <p:nvPr/>
        </p:nvSpPr>
        <p:spPr>
          <a:xfrm rot="-5400000">
            <a:off x="9059472" y="5881873"/>
            <a:ext cx="3782400" cy="1477500"/>
          </a:xfrm>
          <a:prstGeom prst="rect">
            <a:avLst/>
          </a:prstGeom>
          <a:noFill/>
          <a:ln>
            <a:noFill/>
          </a:ln>
        </p:spPr>
        <p:txBody>
          <a:bodyPr spcFirstLastPara="1" wrap="square" lIns="91425" tIns="91425" rIns="91425" bIns="91425" anchor="t" anchorCtr="0">
            <a:spAutoFit/>
          </a:bodyPr>
          <a:lstStyle/>
          <a:p>
            <a:pPr marL="0" lvl="0" indent="0" algn="ctr" rtl="0">
              <a:spcBef>
                <a:spcPts val="1200"/>
              </a:spcBef>
              <a:spcAft>
                <a:spcPts val="0"/>
              </a:spcAft>
              <a:buNone/>
            </a:pPr>
            <a:r>
              <a:rPr lang="en-US" sz="4200" b="1" dirty="0">
                <a:solidFill>
                  <a:schemeClr val="lt1"/>
                </a:solidFill>
                <a:latin typeface="Calibri"/>
                <a:ea typeface="Calibri"/>
                <a:cs typeface="Calibri"/>
                <a:sym typeface="Calibri"/>
              </a:rPr>
              <a:t>BRAND PERSONALITY</a:t>
            </a:r>
            <a:endParaRPr sz="4200" b="1" dirty="0">
              <a:solidFill>
                <a:schemeClr val="lt1"/>
              </a:solidFill>
              <a:latin typeface="Calibri"/>
              <a:ea typeface="Calibri"/>
              <a:cs typeface="Calibri"/>
              <a:sym typeface="Calibri"/>
            </a:endParaRPr>
          </a:p>
        </p:txBody>
      </p:sp>
      <p:sp>
        <p:nvSpPr>
          <p:cNvPr id="184" name="Google Shape;184;p27"/>
          <p:cNvSpPr/>
          <p:nvPr/>
        </p:nvSpPr>
        <p:spPr>
          <a:xfrm>
            <a:off x="6091225" y="4066880"/>
            <a:ext cx="2485800" cy="5107500"/>
          </a:xfrm>
          <a:prstGeom prst="rect">
            <a:avLst/>
          </a:prstGeom>
          <a:solidFill>
            <a:srgbClr val="8BA58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85" name="Google Shape;185;p27"/>
          <p:cNvSpPr txBox="1"/>
          <p:nvPr/>
        </p:nvSpPr>
        <p:spPr>
          <a:xfrm rot="-5400000">
            <a:off x="5224267" y="6204973"/>
            <a:ext cx="3782400" cy="831300"/>
          </a:xfrm>
          <a:prstGeom prst="rect">
            <a:avLst/>
          </a:prstGeom>
          <a:noFill/>
          <a:ln>
            <a:noFill/>
          </a:ln>
        </p:spPr>
        <p:txBody>
          <a:bodyPr spcFirstLastPara="1" wrap="square" lIns="91425" tIns="91425" rIns="91425" bIns="91425" anchor="t" anchorCtr="0">
            <a:spAutoFit/>
          </a:bodyPr>
          <a:lstStyle/>
          <a:p>
            <a:pPr marL="0" lvl="0" indent="0" algn="ctr" rtl="0">
              <a:spcBef>
                <a:spcPts val="1200"/>
              </a:spcBef>
              <a:spcAft>
                <a:spcPts val="0"/>
              </a:spcAft>
              <a:buNone/>
            </a:pPr>
            <a:r>
              <a:rPr lang="en-US" sz="4200" b="1" dirty="0">
                <a:solidFill>
                  <a:schemeClr val="lt1"/>
                </a:solidFill>
                <a:latin typeface="Calibri"/>
                <a:ea typeface="Calibri"/>
                <a:cs typeface="Calibri"/>
                <a:sym typeface="Calibri"/>
              </a:rPr>
              <a:t>POSITIONING</a:t>
            </a:r>
            <a:endParaRPr sz="4200" b="1" dirty="0">
              <a:solidFill>
                <a:schemeClr val="lt1"/>
              </a:solidFill>
              <a:latin typeface="Calibri"/>
              <a:ea typeface="Calibri"/>
              <a:cs typeface="Calibri"/>
              <a:sym typeface="Calibri"/>
            </a:endParaRPr>
          </a:p>
        </p:txBody>
      </p:sp>
      <p:sp>
        <p:nvSpPr>
          <p:cNvPr id="186" name="Google Shape;186;p27"/>
          <p:cNvSpPr/>
          <p:nvPr/>
        </p:nvSpPr>
        <p:spPr>
          <a:xfrm>
            <a:off x="2421875" y="4066880"/>
            <a:ext cx="2485800" cy="5107500"/>
          </a:xfrm>
          <a:prstGeom prst="rect">
            <a:avLst/>
          </a:prstGeom>
          <a:solidFill>
            <a:srgbClr val="CDA59E"/>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CDA59E"/>
              </a:solidFill>
              <a:highlight>
                <a:srgbClr val="CDA59E"/>
              </a:highlight>
              <a:latin typeface="Calibri"/>
              <a:ea typeface="Calibri"/>
              <a:cs typeface="Calibri"/>
              <a:sym typeface="Calibri"/>
            </a:endParaRPr>
          </a:p>
        </p:txBody>
      </p:sp>
      <p:sp>
        <p:nvSpPr>
          <p:cNvPr id="187" name="Google Shape;187;p27"/>
          <p:cNvSpPr txBox="1"/>
          <p:nvPr/>
        </p:nvSpPr>
        <p:spPr>
          <a:xfrm rot="-5400000">
            <a:off x="1773575" y="6204973"/>
            <a:ext cx="3782400" cy="831300"/>
          </a:xfrm>
          <a:prstGeom prst="rect">
            <a:avLst/>
          </a:prstGeom>
          <a:noFill/>
          <a:ln>
            <a:noFill/>
          </a:ln>
        </p:spPr>
        <p:txBody>
          <a:bodyPr spcFirstLastPara="1" wrap="square" lIns="91425" tIns="91425" rIns="91425" bIns="91425" anchor="t" anchorCtr="0">
            <a:spAutoFit/>
          </a:bodyPr>
          <a:lstStyle/>
          <a:p>
            <a:pPr marL="0" lvl="0" indent="0" algn="ctr" rtl="0">
              <a:spcBef>
                <a:spcPts val="1200"/>
              </a:spcBef>
              <a:spcAft>
                <a:spcPts val="0"/>
              </a:spcAft>
              <a:buNone/>
            </a:pPr>
            <a:r>
              <a:rPr lang="en-US" sz="4200" b="1">
                <a:solidFill>
                  <a:schemeClr val="lt1"/>
                </a:solidFill>
                <a:latin typeface="Calibri"/>
                <a:ea typeface="Calibri"/>
                <a:cs typeface="Calibri"/>
                <a:sym typeface="Calibri"/>
              </a:rPr>
              <a:t>BRAND DNA</a:t>
            </a:r>
            <a:endParaRPr sz="4200" b="1">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08" name="Google Shape;208;p28"/>
          <p:cNvSpPr/>
          <p:nvPr/>
        </p:nvSpPr>
        <p:spPr>
          <a:xfrm rot="5400000">
            <a:off x="7503325" y="-10213225"/>
            <a:ext cx="1245300" cy="23007600"/>
          </a:xfrm>
          <a:prstGeom prst="rect">
            <a:avLst/>
          </a:prstGeom>
          <a:solidFill>
            <a:srgbClr val="8B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8"/>
          <p:cNvSpPr txBox="1"/>
          <p:nvPr/>
        </p:nvSpPr>
        <p:spPr>
          <a:xfrm>
            <a:off x="1318843" y="636675"/>
            <a:ext cx="13817700" cy="1231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US" sz="8000" b="1">
                <a:solidFill>
                  <a:srgbClr val="FFFFFF"/>
                </a:solidFill>
                <a:latin typeface="Montserrat Black"/>
                <a:ea typeface="Montserrat Black"/>
                <a:cs typeface="Montserrat Black"/>
                <a:sym typeface="Montserrat Black"/>
              </a:rPr>
              <a:t>BRAND DNA</a:t>
            </a:r>
            <a:endParaRPr sz="8000" b="1">
              <a:solidFill>
                <a:srgbClr val="FFFFFF"/>
              </a:solidFill>
              <a:latin typeface="Montserrat Black"/>
              <a:ea typeface="Montserrat Black"/>
              <a:cs typeface="Montserrat Black"/>
              <a:sym typeface="Montserrat Black"/>
            </a:endParaRPr>
          </a:p>
        </p:txBody>
      </p:sp>
      <p:graphicFrame>
        <p:nvGraphicFramePr>
          <p:cNvPr id="2" name="Diagram 1">
            <a:extLst>
              <a:ext uri="{FF2B5EF4-FFF2-40B4-BE49-F238E27FC236}">
                <a16:creationId xmlns:a16="http://schemas.microsoft.com/office/drawing/2014/main" id="{F56D3392-A808-92CC-7FF9-5BEBAA07DF19}"/>
              </a:ext>
            </a:extLst>
          </p:cNvPr>
          <p:cNvGraphicFramePr/>
          <p:nvPr>
            <p:extLst>
              <p:ext uri="{D42A27DB-BD31-4B8C-83A1-F6EECF244321}">
                <p14:modId xmlns:p14="http://schemas.microsoft.com/office/powerpoint/2010/main" val="3776003316"/>
              </p:ext>
            </p:extLst>
          </p:nvPr>
        </p:nvGraphicFramePr>
        <p:xfrm>
          <a:off x="685800" y="2266121"/>
          <a:ext cx="16916400" cy="7623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41701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8" name="Google Shape;218;p29"/>
          <p:cNvSpPr/>
          <p:nvPr/>
        </p:nvSpPr>
        <p:spPr>
          <a:xfrm rot="5400000">
            <a:off x="8508825" y="-7882525"/>
            <a:ext cx="1245300" cy="18346200"/>
          </a:xfrm>
          <a:prstGeom prst="rect">
            <a:avLst/>
          </a:prstGeom>
          <a:solidFill>
            <a:srgbClr val="8B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9"/>
          <p:cNvSpPr txBox="1"/>
          <p:nvPr/>
        </p:nvSpPr>
        <p:spPr>
          <a:xfrm>
            <a:off x="1318847" y="636676"/>
            <a:ext cx="9207000" cy="1231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8000" b="1">
                <a:solidFill>
                  <a:srgbClr val="FFFFFF"/>
                </a:solidFill>
                <a:latin typeface="Montserrat Black"/>
                <a:ea typeface="Montserrat Black"/>
                <a:cs typeface="Montserrat Black"/>
                <a:sym typeface="Montserrat Black"/>
              </a:rPr>
              <a:t>POSITIONING</a:t>
            </a:r>
            <a:endParaRPr>
              <a:solidFill>
                <a:srgbClr val="FFFFFF"/>
              </a:solidFill>
            </a:endParaRPr>
          </a:p>
        </p:txBody>
      </p:sp>
      <p:graphicFrame>
        <p:nvGraphicFramePr>
          <p:cNvPr id="11" name="Diagram 10">
            <a:extLst>
              <a:ext uri="{FF2B5EF4-FFF2-40B4-BE49-F238E27FC236}">
                <a16:creationId xmlns:a16="http://schemas.microsoft.com/office/drawing/2014/main" id="{76067035-7882-FD18-3927-E8E6766E148E}"/>
              </a:ext>
            </a:extLst>
          </p:cNvPr>
          <p:cNvGraphicFramePr/>
          <p:nvPr>
            <p:extLst>
              <p:ext uri="{D42A27DB-BD31-4B8C-83A1-F6EECF244321}">
                <p14:modId xmlns:p14="http://schemas.microsoft.com/office/powerpoint/2010/main" val="3820339777"/>
              </p:ext>
            </p:extLst>
          </p:nvPr>
        </p:nvGraphicFramePr>
        <p:xfrm>
          <a:off x="716208" y="1693722"/>
          <a:ext cx="16855584" cy="79253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9"/>
          <p:cNvSpPr/>
          <p:nvPr/>
        </p:nvSpPr>
        <p:spPr>
          <a:xfrm>
            <a:off x="1439127" y="2427113"/>
            <a:ext cx="3036963" cy="783900"/>
          </a:xfrm>
          <a:prstGeom prst="rect">
            <a:avLst/>
          </a:prstGeom>
          <a:solidFill>
            <a:srgbClr val="000000">
              <a:alpha val="3333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9"/>
          <p:cNvSpPr/>
          <p:nvPr/>
        </p:nvSpPr>
        <p:spPr>
          <a:xfrm>
            <a:off x="1272896" y="2349698"/>
            <a:ext cx="3051069" cy="761939"/>
          </a:xfrm>
          <a:prstGeom prst="rect">
            <a:avLst/>
          </a:prstGeom>
          <a:solidFill>
            <a:srgbClr val="CDA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9"/>
          <p:cNvSpPr txBox="1"/>
          <p:nvPr/>
        </p:nvSpPr>
        <p:spPr>
          <a:xfrm>
            <a:off x="980722" y="2346371"/>
            <a:ext cx="3580749" cy="738664"/>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Clr>
                <a:schemeClr val="dk1"/>
              </a:buClr>
              <a:buFont typeface="Arial"/>
              <a:buNone/>
            </a:pPr>
            <a:r>
              <a:rPr lang="en-US" sz="2400" b="1" dirty="0">
                <a:solidFill>
                  <a:schemeClr val="lt1"/>
                </a:solidFill>
                <a:latin typeface="Montserrat"/>
                <a:ea typeface="Montserrat"/>
                <a:cs typeface="Montserrat"/>
                <a:sym typeface="Montserrat"/>
              </a:rPr>
              <a:t>Verbal</a:t>
            </a:r>
          </a:p>
          <a:p>
            <a:pPr marL="0" lvl="0" indent="0" algn="ctr" rtl="0">
              <a:spcBef>
                <a:spcPts val="0"/>
              </a:spcBef>
              <a:spcAft>
                <a:spcPts val="0"/>
              </a:spcAft>
              <a:buClr>
                <a:schemeClr val="dk1"/>
              </a:buClr>
              <a:buFont typeface="Arial"/>
              <a:buNone/>
            </a:pPr>
            <a:r>
              <a:rPr lang="en-US" sz="2400" b="1" dirty="0">
                <a:solidFill>
                  <a:schemeClr val="lt1"/>
                </a:solidFill>
                <a:latin typeface="Montserrat"/>
                <a:ea typeface="Montserrat"/>
                <a:cs typeface="Montserrat"/>
                <a:sym typeface="Montserrat"/>
              </a:rPr>
              <a:t>Identity</a:t>
            </a:r>
            <a:endParaRPr sz="2400" b="1" dirty="0">
              <a:solidFill>
                <a:srgbClr val="FFFFFF"/>
              </a:solidFill>
              <a:latin typeface="Montserrat"/>
              <a:ea typeface="Montserrat"/>
              <a:cs typeface="Montserrat"/>
              <a:sym typeface="Montserrat"/>
            </a:endParaRPr>
          </a:p>
        </p:txBody>
      </p:sp>
      <p:sp>
        <p:nvSpPr>
          <p:cNvPr id="218" name="Google Shape;218;p29"/>
          <p:cNvSpPr/>
          <p:nvPr/>
        </p:nvSpPr>
        <p:spPr>
          <a:xfrm rot="5400000">
            <a:off x="8508825" y="-7882525"/>
            <a:ext cx="1245300" cy="18346200"/>
          </a:xfrm>
          <a:prstGeom prst="rect">
            <a:avLst/>
          </a:prstGeom>
          <a:solidFill>
            <a:srgbClr val="8B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9"/>
          <p:cNvSpPr txBox="1"/>
          <p:nvPr/>
        </p:nvSpPr>
        <p:spPr>
          <a:xfrm>
            <a:off x="1318846" y="636676"/>
            <a:ext cx="16231603" cy="1231106"/>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8000" b="1" dirty="0">
                <a:solidFill>
                  <a:srgbClr val="FFFFFF"/>
                </a:solidFill>
                <a:latin typeface="Montserrat Black"/>
                <a:ea typeface="Montserrat Black"/>
                <a:cs typeface="Montserrat Black"/>
                <a:sym typeface="Montserrat Black"/>
              </a:rPr>
              <a:t>BRAND PERSONALITY</a:t>
            </a:r>
            <a:endParaRPr dirty="0">
              <a:solidFill>
                <a:srgbClr val="FFFFFF"/>
              </a:solidFill>
            </a:endParaRPr>
          </a:p>
        </p:txBody>
      </p:sp>
      <p:sp>
        <p:nvSpPr>
          <p:cNvPr id="220" name="Google Shape;220;p29"/>
          <p:cNvSpPr/>
          <p:nvPr/>
        </p:nvSpPr>
        <p:spPr>
          <a:xfrm>
            <a:off x="1163221" y="4593000"/>
            <a:ext cx="3569700" cy="5465400"/>
          </a:xfrm>
          <a:prstGeom prst="rect">
            <a:avLst/>
          </a:prstGeom>
          <a:solidFill>
            <a:srgbClr val="000000">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9"/>
          <p:cNvSpPr/>
          <p:nvPr/>
        </p:nvSpPr>
        <p:spPr>
          <a:xfrm>
            <a:off x="5612162" y="4593000"/>
            <a:ext cx="3569700" cy="5465400"/>
          </a:xfrm>
          <a:prstGeom prst="rect">
            <a:avLst/>
          </a:prstGeom>
          <a:solidFill>
            <a:srgbClr val="000000">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9"/>
          <p:cNvSpPr/>
          <p:nvPr/>
        </p:nvSpPr>
        <p:spPr>
          <a:xfrm>
            <a:off x="991771" y="4269100"/>
            <a:ext cx="3569700" cy="56022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9"/>
          <p:cNvSpPr/>
          <p:nvPr/>
        </p:nvSpPr>
        <p:spPr>
          <a:xfrm>
            <a:off x="5440712" y="4269100"/>
            <a:ext cx="3569700" cy="5602200"/>
          </a:xfrm>
          <a:prstGeom prst="rect">
            <a:avLst/>
          </a:prstGeom>
          <a:solidFill>
            <a:srgbClr val="FFFFFF"/>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9"/>
          <p:cNvSpPr txBox="1"/>
          <p:nvPr/>
        </p:nvSpPr>
        <p:spPr>
          <a:xfrm>
            <a:off x="1241395" y="5005508"/>
            <a:ext cx="3094800" cy="2585323"/>
          </a:xfrm>
          <a:prstGeom prst="rect">
            <a:avLst/>
          </a:prstGeom>
          <a:noFill/>
          <a:ln>
            <a:noFill/>
          </a:ln>
        </p:spPr>
        <p:txBody>
          <a:bodyPr spcFirstLastPara="1" wrap="square" lIns="0" tIns="0" rIns="0" bIns="0" anchor="t" anchorCtr="0">
            <a:spAutoFit/>
          </a:bodyPr>
          <a:lstStyle/>
          <a:p>
            <a:pPr marL="457200" lvl="0" indent="-361950" algn="l" rtl="0">
              <a:lnSpc>
                <a:spcPct val="200000"/>
              </a:lnSpc>
              <a:spcBef>
                <a:spcPts val="0"/>
              </a:spcBef>
              <a:spcAft>
                <a:spcPts val="0"/>
              </a:spcAft>
              <a:buClr>
                <a:schemeClr val="dk1"/>
              </a:buClr>
              <a:buSzPts val="2100"/>
              <a:buFont typeface="Montserrat"/>
              <a:buChar char="●"/>
            </a:pPr>
            <a:r>
              <a:rPr lang="en-US" sz="2100" dirty="0">
                <a:solidFill>
                  <a:schemeClr val="dk1"/>
                </a:solidFill>
                <a:latin typeface="Montserrat"/>
                <a:ea typeface="Montserrat"/>
                <a:cs typeface="Montserrat"/>
                <a:sym typeface="Montserrat"/>
              </a:rPr>
              <a:t>Tone</a:t>
            </a:r>
          </a:p>
          <a:p>
            <a:pPr marL="457200" lvl="0" indent="-361950" algn="l" rtl="0">
              <a:lnSpc>
                <a:spcPct val="200000"/>
              </a:lnSpc>
              <a:spcBef>
                <a:spcPts val="0"/>
              </a:spcBef>
              <a:spcAft>
                <a:spcPts val="0"/>
              </a:spcAft>
              <a:buClr>
                <a:schemeClr val="dk1"/>
              </a:buClr>
              <a:buSzPts val="2100"/>
              <a:buFont typeface="Montserrat"/>
              <a:buChar char="●"/>
            </a:pPr>
            <a:r>
              <a:rPr lang="en-US" sz="2100" dirty="0">
                <a:solidFill>
                  <a:schemeClr val="dk1"/>
                </a:solidFill>
                <a:latin typeface="Montserrat"/>
                <a:ea typeface="Montserrat"/>
                <a:cs typeface="Montserrat"/>
                <a:sym typeface="Montserrat"/>
              </a:rPr>
              <a:t>Messaging and storytelling</a:t>
            </a:r>
          </a:p>
          <a:p>
            <a:pPr marL="457200" lvl="0" indent="-361950" algn="l" rtl="0">
              <a:lnSpc>
                <a:spcPct val="200000"/>
              </a:lnSpc>
              <a:spcBef>
                <a:spcPts val="0"/>
              </a:spcBef>
              <a:spcAft>
                <a:spcPts val="0"/>
              </a:spcAft>
              <a:buClr>
                <a:schemeClr val="dk1"/>
              </a:buClr>
              <a:buSzPts val="2100"/>
              <a:buFont typeface="Montserrat"/>
              <a:buChar char="●"/>
            </a:pPr>
            <a:endParaRPr sz="2100" dirty="0">
              <a:solidFill>
                <a:schemeClr val="dk1"/>
              </a:solidFill>
              <a:latin typeface="Montserrat"/>
              <a:ea typeface="Montserrat"/>
              <a:cs typeface="Montserrat"/>
              <a:sym typeface="Montserrat"/>
            </a:endParaRPr>
          </a:p>
        </p:txBody>
      </p:sp>
      <p:sp>
        <p:nvSpPr>
          <p:cNvPr id="225" name="Google Shape;225;p29"/>
          <p:cNvSpPr txBox="1"/>
          <p:nvPr/>
        </p:nvSpPr>
        <p:spPr>
          <a:xfrm>
            <a:off x="5786184" y="4929308"/>
            <a:ext cx="3094800" cy="4524315"/>
          </a:xfrm>
          <a:prstGeom prst="rect">
            <a:avLst/>
          </a:prstGeom>
          <a:noFill/>
          <a:ln>
            <a:noFill/>
          </a:ln>
        </p:spPr>
        <p:txBody>
          <a:bodyPr spcFirstLastPara="1" wrap="square" lIns="0" tIns="0" rIns="0" bIns="0" anchor="t" anchorCtr="0">
            <a:spAutoFit/>
          </a:bodyPr>
          <a:lstStyle/>
          <a:p>
            <a:pPr marL="457200" lvl="0" indent="-361950" algn="l" rtl="0">
              <a:lnSpc>
                <a:spcPct val="200000"/>
              </a:lnSpc>
              <a:spcBef>
                <a:spcPts val="0"/>
              </a:spcBef>
              <a:spcAft>
                <a:spcPts val="0"/>
              </a:spcAft>
              <a:buClr>
                <a:schemeClr val="dk1"/>
              </a:buClr>
              <a:buSzPts val="2100"/>
              <a:buFont typeface="Montserrat"/>
              <a:buChar char="●"/>
            </a:pPr>
            <a:r>
              <a:rPr lang="en-US" sz="2100" dirty="0">
                <a:solidFill>
                  <a:schemeClr val="dk1"/>
                </a:solidFill>
                <a:latin typeface="Montserrat"/>
                <a:ea typeface="Montserrat"/>
                <a:cs typeface="Montserrat"/>
                <a:sym typeface="Montserrat"/>
              </a:rPr>
              <a:t>Logo</a:t>
            </a:r>
          </a:p>
          <a:p>
            <a:pPr marL="457200" lvl="0" indent="-361950" algn="l" rtl="0">
              <a:lnSpc>
                <a:spcPct val="200000"/>
              </a:lnSpc>
              <a:spcBef>
                <a:spcPts val="0"/>
              </a:spcBef>
              <a:spcAft>
                <a:spcPts val="0"/>
              </a:spcAft>
              <a:buClr>
                <a:schemeClr val="dk1"/>
              </a:buClr>
              <a:buSzPts val="2100"/>
              <a:buFont typeface="Montserrat"/>
              <a:buChar char="●"/>
            </a:pPr>
            <a:r>
              <a:rPr lang="en-US" sz="2100" dirty="0" err="1">
                <a:solidFill>
                  <a:schemeClr val="dk1"/>
                </a:solidFill>
                <a:latin typeface="Montserrat"/>
                <a:ea typeface="Montserrat"/>
                <a:cs typeface="Montserrat"/>
                <a:sym typeface="Montserrat"/>
              </a:rPr>
              <a:t>Colour</a:t>
            </a:r>
            <a:r>
              <a:rPr lang="en-US" sz="2100" dirty="0">
                <a:solidFill>
                  <a:schemeClr val="dk1"/>
                </a:solidFill>
                <a:latin typeface="Montserrat"/>
                <a:ea typeface="Montserrat"/>
                <a:cs typeface="Montserrat"/>
                <a:sym typeface="Montserrat"/>
              </a:rPr>
              <a:t> </a:t>
            </a:r>
            <a:r>
              <a:rPr lang="en-US" sz="2100" dirty="0" err="1">
                <a:solidFill>
                  <a:schemeClr val="dk1"/>
                </a:solidFill>
                <a:latin typeface="Montserrat"/>
                <a:ea typeface="Montserrat"/>
                <a:cs typeface="Montserrat"/>
                <a:sym typeface="Montserrat"/>
              </a:rPr>
              <a:t>Palatte</a:t>
            </a:r>
            <a:endParaRPr lang="en-US" sz="2100" dirty="0">
              <a:solidFill>
                <a:schemeClr val="dk1"/>
              </a:solidFill>
              <a:latin typeface="Montserrat"/>
              <a:ea typeface="Montserrat"/>
              <a:cs typeface="Montserrat"/>
              <a:sym typeface="Montserrat"/>
            </a:endParaRPr>
          </a:p>
          <a:p>
            <a:pPr marL="457200" lvl="0" indent="-361950" algn="l" rtl="0">
              <a:lnSpc>
                <a:spcPct val="200000"/>
              </a:lnSpc>
              <a:spcBef>
                <a:spcPts val="0"/>
              </a:spcBef>
              <a:spcAft>
                <a:spcPts val="0"/>
              </a:spcAft>
              <a:buClr>
                <a:schemeClr val="dk1"/>
              </a:buClr>
              <a:buSzPts val="2100"/>
              <a:buFont typeface="Montserrat"/>
              <a:buChar char="●"/>
            </a:pPr>
            <a:r>
              <a:rPr lang="en-US" sz="2100" dirty="0">
                <a:solidFill>
                  <a:schemeClr val="dk1"/>
                </a:solidFill>
                <a:latin typeface="Montserrat"/>
                <a:ea typeface="Montserrat"/>
                <a:cs typeface="Montserrat"/>
                <a:sym typeface="Montserrat"/>
              </a:rPr>
              <a:t>Typography</a:t>
            </a:r>
          </a:p>
          <a:p>
            <a:pPr marL="457200" lvl="0" indent="-361950" algn="l" rtl="0">
              <a:lnSpc>
                <a:spcPct val="200000"/>
              </a:lnSpc>
              <a:spcBef>
                <a:spcPts val="0"/>
              </a:spcBef>
              <a:spcAft>
                <a:spcPts val="0"/>
              </a:spcAft>
              <a:buClr>
                <a:schemeClr val="dk1"/>
              </a:buClr>
              <a:buSzPts val="2100"/>
              <a:buFont typeface="Montserrat"/>
              <a:buChar char="●"/>
            </a:pPr>
            <a:r>
              <a:rPr lang="en-US" sz="2100" dirty="0">
                <a:solidFill>
                  <a:schemeClr val="dk1"/>
                </a:solidFill>
                <a:latin typeface="Montserrat"/>
                <a:ea typeface="Montserrat"/>
                <a:cs typeface="Montserrat"/>
                <a:sym typeface="Montserrat"/>
              </a:rPr>
              <a:t>Slogan</a:t>
            </a:r>
          </a:p>
          <a:p>
            <a:pPr marL="95250" lvl="0" algn="l" rtl="0">
              <a:lnSpc>
                <a:spcPct val="200000"/>
              </a:lnSpc>
              <a:spcBef>
                <a:spcPts val="0"/>
              </a:spcBef>
              <a:spcAft>
                <a:spcPts val="0"/>
              </a:spcAft>
              <a:buClr>
                <a:schemeClr val="dk1"/>
              </a:buClr>
              <a:buSzPts val="2100"/>
            </a:pPr>
            <a:endParaRPr lang="en-US" sz="2100" dirty="0">
              <a:solidFill>
                <a:schemeClr val="dk1"/>
              </a:solidFill>
              <a:latin typeface="Montserrat"/>
              <a:ea typeface="Montserrat"/>
              <a:cs typeface="Montserrat"/>
              <a:sym typeface="Montserrat"/>
            </a:endParaRPr>
          </a:p>
          <a:p>
            <a:pPr marL="95250" lvl="0" algn="l" rtl="0">
              <a:lnSpc>
                <a:spcPct val="200000"/>
              </a:lnSpc>
              <a:spcBef>
                <a:spcPts val="0"/>
              </a:spcBef>
              <a:spcAft>
                <a:spcPts val="0"/>
              </a:spcAft>
              <a:buClr>
                <a:schemeClr val="dk1"/>
              </a:buClr>
              <a:buSzPts val="2100"/>
            </a:pPr>
            <a:r>
              <a:rPr lang="en-US" sz="2100" dirty="0">
                <a:solidFill>
                  <a:schemeClr val="dk1"/>
                </a:solidFill>
                <a:latin typeface="Montserrat"/>
                <a:ea typeface="Montserrat"/>
                <a:cs typeface="Montserrat"/>
                <a:sym typeface="Montserrat"/>
              </a:rPr>
              <a:t>[all going into a branding kit]</a:t>
            </a:r>
            <a:endParaRPr sz="2100" dirty="0">
              <a:solidFill>
                <a:schemeClr val="dk1"/>
              </a:solidFill>
              <a:latin typeface="Montserrat"/>
              <a:ea typeface="Montserrat"/>
              <a:cs typeface="Montserrat"/>
              <a:sym typeface="Montserrat"/>
            </a:endParaRPr>
          </a:p>
        </p:txBody>
      </p:sp>
      <p:sp>
        <p:nvSpPr>
          <p:cNvPr id="230" name="Google Shape;230;p29"/>
          <p:cNvSpPr/>
          <p:nvPr/>
        </p:nvSpPr>
        <p:spPr>
          <a:xfrm>
            <a:off x="6644846" y="3632150"/>
            <a:ext cx="1161300" cy="1161300"/>
          </a:xfrm>
          <a:prstGeom prst="ellipse">
            <a:avLst/>
          </a:pr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1" name="Google Shape;231;p29"/>
          <p:cNvSpPr/>
          <p:nvPr/>
        </p:nvSpPr>
        <p:spPr>
          <a:xfrm>
            <a:off x="2112321" y="3632150"/>
            <a:ext cx="1161300" cy="1161300"/>
          </a:xfrm>
          <a:prstGeom prst="ellipse">
            <a:avLst/>
          </a:prstGeom>
          <a:solidFill>
            <a:schemeClr val="lt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53" name="Google Shape;253;p29"/>
          <p:cNvSpPr/>
          <p:nvPr/>
        </p:nvSpPr>
        <p:spPr>
          <a:xfrm>
            <a:off x="2695171" y="3147400"/>
            <a:ext cx="82800" cy="497700"/>
          </a:xfrm>
          <a:prstGeom prst="rect">
            <a:avLst/>
          </a:prstGeom>
          <a:solidFill>
            <a:srgbClr val="8BA58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54" name="Google Shape;254;p29"/>
          <p:cNvSpPr/>
          <p:nvPr/>
        </p:nvSpPr>
        <p:spPr>
          <a:xfrm>
            <a:off x="7184159" y="3123038"/>
            <a:ext cx="82800" cy="497700"/>
          </a:xfrm>
          <a:prstGeom prst="rect">
            <a:avLst/>
          </a:prstGeom>
          <a:solidFill>
            <a:srgbClr val="8BA58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8" name="Google Shape;237;p29">
            <a:extLst>
              <a:ext uri="{FF2B5EF4-FFF2-40B4-BE49-F238E27FC236}">
                <a16:creationId xmlns:a16="http://schemas.microsoft.com/office/drawing/2014/main" id="{8B4A4711-9B34-B39A-C7DD-BE246EF99342}"/>
              </a:ext>
            </a:extLst>
          </p:cNvPr>
          <p:cNvSpPr/>
          <p:nvPr/>
        </p:nvSpPr>
        <p:spPr>
          <a:xfrm>
            <a:off x="5836218" y="2431013"/>
            <a:ext cx="2887200" cy="783900"/>
          </a:xfrm>
          <a:prstGeom prst="rect">
            <a:avLst/>
          </a:prstGeom>
          <a:solidFill>
            <a:srgbClr val="000000">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8;p29">
            <a:extLst>
              <a:ext uri="{FF2B5EF4-FFF2-40B4-BE49-F238E27FC236}">
                <a16:creationId xmlns:a16="http://schemas.microsoft.com/office/drawing/2014/main" id="{5A6BC447-B172-F762-8A2F-6ACE23CB94C8}"/>
              </a:ext>
            </a:extLst>
          </p:cNvPr>
          <p:cNvSpPr/>
          <p:nvPr/>
        </p:nvSpPr>
        <p:spPr>
          <a:xfrm>
            <a:off x="5713438" y="2341788"/>
            <a:ext cx="2904000" cy="783900"/>
          </a:xfrm>
          <a:prstGeom prst="rect">
            <a:avLst/>
          </a:prstGeom>
          <a:solidFill>
            <a:srgbClr val="CDA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9;p29">
            <a:extLst>
              <a:ext uri="{FF2B5EF4-FFF2-40B4-BE49-F238E27FC236}">
                <a16:creationId xmlns:a16="http://schemas.microsoft.com/office/drawing/2014/main" id="{B0BEA752-1899-374D-B5CE-125603FAAA98}"/>
              </a:ext>
            </a:extLst>
          </p:cNvPr>
          <p:cNvSpPr txBox="1"/>
          <p:nvPr/>
        </p:nvSpPr>
        <p:spPr>
          <a:xfrm>
            <a:off x="5530229" y="2352047"/>
            <a:ext cx="3192900" cy="738664"/>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Clr>
                <a:schemeClr val="dk1"/>
              </a:buClr>
              <a:buSzPts val="1100"/>
              <a:buFont typeface="Arial"/>
              <a:buNone/>
            </a:pPr>
            <a:r>
              <a:rPr lang="en-US" sz="2400" b="1" dirty="0">
                <a:solidFill>
                  <a:schemeClr val="lt1"/>
                </a:solidFill>
                <a:latin typeface="Montserrat"/>
                <a:ea typeface="Montserrat"/>
                <a:cs typeface="Montserrat"/>
                <a:sym typeface="Montserrat"/>
              </a:rPr>
              <a:t>Visual</a:t>
            </a:r>
          </a:p>
          <a:p>
            <a:pPr marL="0" lvl="0" indent="0" algn="ctr" rtl="0">
              <a:spcBef>
                <a:spcPts val="0"/>
              </a:spcBef>
              <a:spcAft>
                <a:spcPts val="0"/>
              </a:spcAft>
              <a:buClr>
                <a:schemeClr val="dk1"/>
              </a:buClr>
              <a:buSzPts val="1100"/>
              <a:buFont typeface="Arial"/>
              <a:buNone/>
            </a:pPr>
            <a:r>
              <a:rPr lang="en-US" sz="2400" b="1" dirty="0">
                <a:solidFill>
                  <a:schemeClr val="lt1"/>
                </a:solidFill>
                <a:latin typeface="Montserrat"/>
                <a:ea typeface="Montserrat"/>
                <a:cs typeface="Montserrat"/>
                <a:sym typeface="Montserrat"/>
              </a:rPr>
              <a:t>Identity</a:t>
            </a:r>
            <a:endParaRPr sz="3000" b="1" dirty="0">
              <a:solidFill>
                <a:schemeClr val="lt1"/>
              </a:solidFill>
              <a:latin typeface="Montserrat"/>
              <a:ea typeface="Montserrat"/>
              <a:cs typeface="Montserrat"/>
              <a:sym typeface="Montserrat"/>
            </a:endParaRPr>
          </a:p>
        </p:txBody>
      </p:sp>
      <p:pic>
        <p:nvPicPr>
          <p:cNvPr id="5" name="Google Shape;264;p30">
            <a:extLst>
              <a:ext uri="{FF2B5EF4-FFF2-40B4-BE49-F238E27FC236}">
                <a16:creationId xmlns:a16="http://schemas.microsoft.com/office/drawing/2014/main" id="{E0B6F28D-5059-2B2D-F0F9-EDDE3436D7FB}"/>
              </a:ext>
            </a:extLst>
          </p:cNvPr>
          <p:cNvPicPr preferRelativeResize="0"/>
          <p:nvPr/>
        </p:nvPicPr>
        <p:blipFill>
          <a:blip r:embed="rId3">
            <a:alphaModFix/>
          </a:blip>
          <a:stretch>
            <a:fillRect/>
          </a:stretch>
        </p:blipFill>
        <p:spPr>
          <a:xfrm>
            <a:off x="10112357" y="1887740"/>
            <a:ext cx="8166321" cy="8399260"/>
          </a:xfrm>
          <a:prstGeom prst="rect">
            <a:avLst/>
          </a:prstGeom>
          <a:noFill/>
          <a:ln>
            <a:noFill/>
          </a:ln>
        </p:spPr>
      </p:pic>
      <p:pic>
        <p:nvPicPr>
          <p:cNvPr id="1026" name="Picture 2">
            <a:extLst>
              <a:ext uri="{FF2B5EF4-FFF2-40B4-BE49-F238E27FC236}">
                <a16:creationId xmlns:a16="http://schemas.microsoft.com/office/drawing/2014/main" id="{ABABD287-DB04-DDC9-0C51-9CDA42F18B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3011" y="3810053"/>
            <a:ext cx="808383" cy="80838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ar Speciality icon PNG and Free SVG Download | Streamline">
            <a:extLst>
              <a:ext uri="{FF2B5EF4-FFF2-40B4-BE49-F238E27FC236}">
                <a16:creationId xmlns:a16="http://schemas.microsoft.com/office/drawing/2014/main" id="{AC1C7197-4C91-C861-7288-B8736DD261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8935" y="3890137"/>
            <a:ext cx="715271" cy="715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8091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70" name="Google Shape;270;p31"/>
          <p:cNvSpPr/>
          <p:nvPr/>
        </p:nvSpPr>
        <p:spPr>
          <a:xfrm rot="5400000">
            <a:off x="7503325" y="-10213225"/>
            <a:ext cx="1245300" cy="23007600"/>
          </a:xfrm>
          <a:prstGeom prst="rect">
            <a:avLst/>
          </a:prstGeom>
          <a:solidFill>
            <a:srgbClr val="8B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1"/>
          <p:cNvSpPr txBox="1"/>
          <p:nvPr/>
        </p:nvSpPr>
        <p:spPr>
          <a:xfrm>
            <a:off x="1318843" y="636675"/>
            <a:ext cx="13817700" cy="1231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US" sz="8000" b="1">
                <a:solidFill>
                  <a:srgbClr val="FFFFFF"/>
                </a:solidFill>
                <a:latin typeface="Montserrat Black"/>
                <a:ea typeface="Montserrat Black"/>
                <a:cs typeface="Montserrat Black"/>
                <a:sym typeface="Montserrat Black"/>
              </a:rPr>
              <a:t>COMMUNICATIONS PLAN</a:t>
            </a:r>
            <a:endParaRPr sz="8000" b="1">
              <a:solidFill>
                <a:srgbClr val="FFFFFF"/>
              </a:solidFill>
              <a:latin typeface="Montserrat Black"/>
              <a:ea typeface="Montserrat Black"/>
              <a:cs typeface="Montserrat Black"/>
              <a:sym typeface="Montserrat Black"/>
            </a:endParaRPr>
          </a:p>
        </p:txBody>
      </p:sp>
      <p:sp>
        <p:nvSpPr>
          <p:cNvPr id="272" name="Google Shape;272;p31"/>
          <p:cNvSpPr txBox="1"/>
          <p:nvPr/>
        </p:nvSpPr>
        <p:spPr>
          <a:xfrm>
            <a:off x="2370925" y="3807233"/>
            <a:ext cx="5840100" cy="3791807"/>
          </a:xfrm>
          <a:prstGeom prst="rect">
            <a:avLst/>
          </a:prstGeom>
          <a:noFill/>
          <a:ln>
            <a:noFill/>
          </a:ln>
        </p:spPr>
        <p:txBody>
          <a:bodyPr spcFirstLastPara="1" wrap="square" lIns="0" tIns="0" rIns="0" bIns="0" anchor="t" anchorCtr="0">
            <a:spAutoFit/>
          </a:bodyPr>
          <a:lstStyle/>
          <a:p>
            <a:pPr marL="457200" lvl="0" indent="-368300" algn="l" rtl="0">
              <a:lnSpc>
                <a:spcPct val="140014"/>
              </a:lnSpc>
              <a:spcBef>
                <a:spcPts val="0"/>
              </a:spcBef>
              <a:spcAft>
                <a:spcPts val="0"/>
              </a:spcAft>
              <a:buClr>
                <a:srgbClr val="8BA582"/>
              </a:buClr>
              <a:buSzPts val="2200"/>
              <a:buFont typeface="Montserrat"/>
              <a:buChar char="●"/>
            </a:pPr>
            <a:r>
              <a:rPr lang="en-CA" sz="2200" b="1" dirty="0">
                <a:solidFill>
                  <a:srgbClr val="8BA582"/>
                </a:solidFill>
                <a:latin typeface="Montserrat"/>
                <a:ea typeface="Montserrat"/>
                <a:cs typeface="Montserrat"/>
                <a:sym typeface="Montserrat"/>
              </a:rPr>
              <a:t>Digital</a:t>
            </a:r>
          </a:p>
          <a:p>
            <a:pPr marL="1371600" indent="-368300">
              <a:lnSpc>
                <a:spcPct val="140014"/>
              </a:lnSpc>
              <a:buClr>
                <a:schemeClr val="dk1"/>
              </a:buClr>
              <a:buSzPts val="2200"/>
              <a:buFont typeface="Montserrat"/>
              <a:buChar char="○"/>
            </a:pPr>
            <a:r>
              <a:rPr lang="en-US" sz="2200" dirty="0">
                <a:solidFill>
                  <a:schemeClr val="dk1"/>
                </a:solidFill>
                <a:latin typeface="Montserrat"/>
                <a:ea typeface="Montserrat"/>
                <a:cs typeface="Montserrat"/>
                <a:sym typeface="Montserrat"/>
              </a:rPr>
              <a:t>Email Newsletter</a:t>
            </a:r>
          </a:p>
          <a:p>
            <a:pPr marL="1371600" indent="-368300">
              <a:lnSpc>
                <a:spcPct val="140014"/>
              </a:lnSpc>
              <a:buClr>
                <a:schemeClr val="dk1"/>
              </a:buClr>
              <a:buSzPts val="2200"/>
              <a:buFont typeface="Montserrat"/>
              <a:buChar char="○"/>
            </a:pPr>
            <a:r>
              <a:rPr lang="en-US" sz="2200" dirty="0">
                <a:solidFill>
                  <a:schemeClr val="dk1"/>
                </a:solidFill>
                <a:latin typeface="Montserrat"/>
                <a:ea typeface="Montserrat"/>
                <a:cs typeface="Montserrat"/>
                <a:sym typeface="Montserrat"/>
              </a:rPr>
              <a:t>Email Signature Banner</a:t>
            </a:r>
          </a:p>
          <a:p>
            <a:pPr marL="1371600" indent="-368300">
              <a:lnSpc>
                <a:spcPct val="140014"/>
              </a:lnSpc>
              <a:buClr>
                <a:schemeClr val="dk1"/>
              </a:buClr>
              <a:buSzPts val="2200"/>
              <a:buFont typeface="Montserrat"/>
              <a:buChar char="○"/>
            </a:pPr>
            <a:r>
              <a:rPr lang="en-US" sz="2200" dirty="0">
                <a:solidFill>
                  <a:schemeClr val="dk1"/>
                </a:solidFill>
                <a:latin typeface="Montserrat"/>
                <a:ea typeface="Montserrat"/>
                <a:cs typeface="Montserrat"/>
                <a:sym typeface="Montserrat"/>
              </a:rPr>
              <a:t>SPO Banner</a:t>
            </a:r>
            <a:endParaRPr lang="en-CA" sz="2200" dirty="0">
              <a:solidFill>
                <a:schemeClr val="dk1"/>
              </a:solidFill>
              <a:latin typeface="Montserrat"/>
              <a:ea typeface="Montserrat"/>
              <a:cs typeface="Montserrat"/>
              <a:sym typeface="Montserrat"/>
            </a:endParaRPr>
          </a:p>
          <a:p>
            <a:pPr marL="457200" lvl="0" indent="-368300" algn="l" rtl="0">
              <a:lnSpc>
                <a:spcPct val="140014"/>
              </a:lnSpc>
              <a:spcBef>
                <a:spcPts val="0"/>
              </a:spcBef>
              <a:spcAft>
                <a:spcPts val="0"/>
              </a:spcAft>
              <a:buClr>
                <a:srgbClr val="8BA582"/>
              </a:buClr>
              <a:buSzPts val="2200"/>
              <a:buFont typeface="Montserrat"/>
              <a:buChar char="●"/>
            </a:pPr>
            <a:r>
              <a:rPr lang="en-CA" sz="2200" b="1" dirty="0">
                <a:solidFill>
                  <a:srgbClr val="8BA582"/>
                </a:solidFill>
                <a:latin typeface="Montserrat"/>
                <a:ea typeface="Montserrat"/>
                <a:cs typeface="Montserrat"/>
                <a:sym typeface="Montserrat"/>
              </a:rPr>
              <a:t>Others</a:t>
            </a:r>
          </a:p>
          <a:p>
            <a:pPr marL="1371600" lvl="1" indent="-368300" algn="l" rtl="0">
              <a:lnSpc>
                <a:spcPct val="140014"/>
              </a:lnSpc>
              <a:spcBef>
                <a:spcPts val="0"/>
              </a:spcBef>
              <a:spcAft>
                <a:spcPts val="0"/>
              </a:spcAft>
              <a:buClr>
                <a:schemeClr val="dk1"/>
              </a:buClr>
              <a:buSzPts val="2200"/>
              <a:buFont typeface="Montserrat"/>
              <a:buChar char="○"/>
            </a:pPr>
            <a:r>
              <a:rPr lang="en-CA" sz="2200" dirty="0">
                <a:solidFill>
                  <a:schemeClr val="dk1"/>
                </a:solidFill>
                <a:latin typeface="Montserrat"/>
                <a:ea typeface="Montserrat"/>
                <a:cs typeface="Montserrat"/>
                <a:sym typeface="Montserrat"/>
              </a:rPr>
              <a:t>Bulletin Board Poster</a:t>
            </a:r>
          </a:p>
          <a:p>
            <a:pPr marL="1371600" lvl="1" indent="-368300" algn="l" rtl="0">
              <a:lnSpc>
                <a:spcPct val="140014"/>
              </a:lnSpc>
              <a:spcBef>
                <a:spcPts val="0"/>
              </a:spcBef>
              <a:spcAft>
                <a:spcPts val="0"/>
              </a:spcAft>
              <a:buClr>
                <a:schemeClr val="dk1"/>
              </a:buClr>
              <a:buSzPts val="2200"/>
              <a:buFont typeface="Montserrat"/>
              <a:buChar char="○"/>
            </a:pPr>
            <a:r>
              <a:rPr lang="en-CA" sz="2200" dirty="0">
                <a:solidFill>
                  <a:schemeClr val="dk1"/>
                </a:solidFill>
                <a:latin typeface="Montserrat"/>
                <a:ea typeface="Montserrat"/>
                <a:cs typeface="Montserrat"/>
                <a:sym typeface="Montserrat"/>
              </a:rPr>
              <a:t>Announcements</a:t>
            </a:r>
          </a:p>
          <a:p>
            <a:pPr marL="1371600" lvl="1" indent="-368300" algn="l" rtl="0">
              <a:lnSpc>
                <a:spcPct val="140014"/>
              </a:lnSpc>
              <a:spcBef>
                <a:spcPts val="0"/>
              </a:spcBef>
              <a:spcAft>
                <a:spcPts val="0"/>
              </a:spcAft>
              <a:buClr>
                <a:schemeClr val="dk1"/>
              </a:buClr>
              <a:buSzPts val="2200"/>
              <a:buFont typeface="Montserrat"/>
              <a:buChar char="○"/>
            </a:pPr>
            <a:r>
              <a:rPr lang="en-CA" sz="2200" dirty="0">
                <a:solidFill>
                  <a:schemeClr val="dk1"/>
                </a:solidFill>
                <a:latin typeface="Montserrat"/>
                <a:ea typeface="Montserrat"/>
                <a:cs typeface="Montserrat"/>
                <a:sym typeface="Montserrat"/>
              </a:rPr>
              <a:t>Orientation Materials</a:t>
            </a:r>
            <a:endParaRPr lang="en-US" sz="2200" dirty="0">
              <a:solidFill>
                <a:schemeClr val="dk1"/>
              </a:solidFill>
              <a:latin typeface="Montserrat"/>
              <a:ea typeface="Montserrat"/>
              <a:cs typeface="Montserrat"/>
              <a:sym typeface="Montserrat"/>
            </a:endParaRPr>
          </a:p>
        </p:txBody>
      </p:sp>
      <p:sp>
        <p:nvSpPr>
          <p:cNvPr id="274" name="Google Shape;274;p31"/>
          <p:cNvSpPr/>
          <p:nvPr/>
        </p:nvSpPr>
        <p:spPr>
          <a:xfrm>
            <a:off x="1730005" y="2870121"/>
            <a:ext cx="7225200" cy="783900"/>
          </a:xfrm>
          <a:prstGeom prst="rect">
            <a:avLst/>
          </a:prstGeom>
          <a:solidFill>
            <a:srgbClr val="000000">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1"/>
          <p:cNvSpPr/>
          <p:nvPr/>
        </p:nvSpPr>
        <p:spPr>
          <a:xfrm>
            <a:off x="1563774" y="2770746"/>
            <a:ext cx="7266600" cy="783900"/>
          </a:xfrm>
          <a:prstGeom prst="rect">
            <a:avLst/>
          </a:prstGeom>
          <a:solidFill>
            <a:srgbClr val="CDA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txBox="1"/>
          <p:nvPr/>
        </p:nvSpPr>
        <p:spPr>
          <a:xfrm>
            <a:off x="1202275" y="2931848"/>
            <a:ext cx="7989600" cy="4617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Clr>
                <a:schemeClr val="dk1"/>
              </a:buClr>
              <a:buSzPts val="1100"/>
              <a:buFont typeface="Arial"/>
              <a:buNone/>
            </a:pPr>
            <a:r>
              <a:rPr lang="en-US" sz="3000" b="1">
                <a:solidFill>
                  <a:schemeClr val="lt1"/>
                </a:solidFill>
                <a:latin typeface="Montserrat"/>
                <a:ea typeface="Montserrat"/>
                <a:cs typeface="Montserrat"/>
                <a:sym typeface="Montserrat"/>
              </a:rPr>
              <a:t>INTERNAL</a:t>
            </a:r>
            <a:endParaRPr sz="3000" b="1">
              <a:solidFill>
                <a:schemeClr val="lt1"/>
              </a:solidFill>
              <a:latin typeface="Montserrat"/>
              <a:ea typeface="Montserrat"/>
              <a:cs typeface="Montserrat"/>
              <a:sym typeface="Montserrat"/>
            </a:endParaRPr>
          </a:p>
        </p:txBody>
      </p:sp>
      <p:sp>
        <p:nvSpPr>
          <p:cNvPr id="277" name="Google Shape;277;p31"/>
          <p:cNvSpPr/>
          <p:nvPr/>
        </p:nvSpPr>
        <p:spPr>
          <a:xfrm>
            <a:off x="9671730" y="2870121"/>
            <a:ext cx="7225200" cy="783900"/>
          </a:xfrm>
          <a:prstGeom prst="rect">
            <a:avLst/>
          </a:prstGeom>
          <a:solidFill>
            <a:srgbClr val="000000">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1"/>
          <p:cNvSpPr/>
          <p:nvPr/>
        </p:nvSpPr>
        <p:spPr>
          <a:xfrm>
            <a:off x="9505499" y="2770746"/>
            <a:ext cx="7266600" cy="783900"/>
          </a:xfrm>
          <a:prstGeom prst="rect">
            <a:avLst/>
          </a:prstGeom>
          <a:solidFill>
            <a:srgbClr val="CDA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1"/>
          <p:cNvSpPr txBox="1"/>
          <p:nvPr/>
        </p:nvSpPr>
        <p:spPr>
          <a:xfrm>
            <a:off x="9144000" y="2931848"/>
            <a:ext cx="7989600" cy="4617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Clr>
                <a:schemeClr val="dk1"/>
              </a:buClr>
              <a:buSzPts val="1100"/>
              <a:buFont typeface="Arial"/>
              <a:buNone/>
            </a:pPr>
            <a:r>
              <a:rPr lang="en-US" sz="3000" b="1">
                <a:solidFill>
                  <a:schemeClr val="lt1"/>
                </a:solidFill>
                <a:latin typeface="Montserrat"/>
                <a:ea typeface="Montserrat"/>
                <a:cs typeface="Montserrat"/>
                <a:sym typeface="Montserrat"/>
              </a:rPr>
              <a:t>EXTERNAL</a:t>
            </a:r>
            <a:endParaRPr sz="3000" b="1">
              <a:solidFill>
                <a:schemeClr val="lt1"/>
              </a:solidFill>
              <a:latin typeface="Montserrat"/>
              <a:ea typeface="Montserrat"/>
              <a:cs typeface="Montserrat"/>
              <a:sym typeface="Montserrat"/>
            </a:endParaRPr>
          </a:p>
        </p:txBody>
      </p:sp>
      <p:sp>
        <p:nvSpPr>
          <p:cNvPr id="282" name="Google Shape;282;p31"/>
          <p:cNvSpPr txBox="1"/>
          <p:nvPr/>
        </p:nvSpPr>
        <p:spPr>
          <a:xfrm>
            <a:off x="10602979" y="3825508"/>
            <a:ext cx="7651500" cy="1421928"/>
          </a:xfrm>
          <a:prstGeom prst="rect">
            <a:avLst/>
          </a:prstGeom>
          <a:noFill/>
          <a:ln>
            <a:noFill/>
          </a:ln>
        </p:spPr>
        <p:txBody>
          <a:bodyPr spcFirstLastPara="1" wrap="square" lIns="0" tIns="0" rIns="0" bIns="0" anchor="t" anchorCtr="0">
            <a:spAutoFit/>
          </a:bodyPr>
          <a:lstStyle/>
          <a:p>
            <a:pPr marL="457200" lvl="0" indent="-368300" algn="l" rtl="0">
              <a:lnSpc>
                <a:spcPct val="140014"/>
              </a:lnSpc>
              <a:spcBef>
                <a:spcPts val="0"/>
              </a:spcBef>
              <a:spcAft>
                <a:spcPts val="0"/>
              </a:spcAft>
              <a:buClr>
                <a:srgbClr val="8BA582"/>
              </a:buClr>
              <a:buSzPts val="2200"/>
              <a:buFont typeface="Montserrat"/>
              <a:buChar char="●"/>
            </a:pPr>
            <a:r>
              <a:rPr lang="en-US" sz="2200" b="1" dirty="0">
                <a:solidFill>
                  <a:srgbClr val="8BA582"/>
                </a:solidFill>
                <a:latin typeface="Montserrat"/>
                <a:ea typeface="Montserrat"/>
                <a:cs typeface="Montserrat"/>
                <a:sym typeface="Montserrat"/>
              </a:rPr>
              <a:t>Digital</a:t>
            </a:r>
            <a:endParaRPr sz="2200" b="1" dirty="0">
              <a:solidFill>
                <a:srgbClr val="8BA582"/>
              </a:solidFill>
              <a:latin typeface="Montserrat"/>
              <a:ea typeface="Montserrat"/>
              <a:cs typeface="Montserrat"/>
              <a:sym typeface="Montserrat"/>
            </a:endParaRPr>
          </a:p>
          <a:p>
            <a:pPr marL="1371600" indent="-368300">
              <a:lnSpc>
                <a:spcPct val="140014"/>
              </a:lnSpc>
              <a:buClr>
                <a:schemeClr val="dk1"/>
              </a:buClr>
              <a:buSzPts val="2200"/>
              <a:buFont typeface="Montserrat"/>
              <a:buChar char="○"/>
            </a:pPr>
            <a:r>
              <a:rPr lang="en-US" sz="2200" dirty="0">
                <a:solidFill>
                  <a:schemeClr val="dk1"/>
                </a:solidFill>
                <a:latin typeface="Montserrat"/>
                <a:ea typeface="Montserrat"/>
                <a:cs typeface="Montserrat"/>
                <a:sym typeface="Montserrat"/>
              </a:rPr>
              <a:t>Email Signature Banner</a:t>
            </a:r>
          </a:p>
          <a:p>
            <a:pPr marL="1371600" lvl="1" indent="-368300" algn="l" rtl="0">
              <a:lnSpc>
                <a:spcPct val="140014"/>
              </a:lnSpc>
              <a:spcBef>
                <a:spcPts val="0"/>
              </a:spcBef>
              <a:spcAft>
                <a:spcPts val="0"/>
              </a:spcAft>
              <a:buClr>
                <a:schemeClr val="dk1"/>
              </a:buClr>
              <a:buSzPts val="2200"/>
              <a:buFont typeface="Montserrat"/>
              <a:buChar char="○"/>
            </a:pPr>
            <a:endParaRPr sz="2200" dirty="0">
              <a:solidFill>
                <a:schemeClr val="dk1"/>
              </a:solidFill>
              <a:latin typeface="Montserrat"/>
              <a:ea typeface="Montserrat"/>
              <a:cs typeface="Montserrat"/>
              <a:sym typeface="Montserrat"/>
            </a:endParaRPr>
          </a:p>
        </p:txBody>
      </p:sp>
      <p:pic>
        <p:nvPicPr>
          <p:cNvPr id="2050" name="Picture 2" descr="Best email signature banners for 2017 - design ideas!">
            <a:extLst>
              <a:ext uri="{FF2B5EF4-FFF2-40B4-BE49-F238E27FC236}">
                <a16:creationId xmlns:a16="http://schemas.microsoft.com/office/drawing/2014/main" id="{FBA40882-6B45-BD8F-4271-C2359214C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7824" y="4885884"/>
            <a:ext cx="7304275" cy="44783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598D"/>
        </a:solidFill>
        <a:effectLst/>
      </p:bgPr>
    </p:bg>
    <p:spTree>
      <p:nvGrpSpPr>
        <p:cNvPr id="1" name="Shape 286"/>
        <p:cNvGrpSpPr/>
        <p:nvPr/>
      </p:nvGrpSpPr>
      <p:grpSpPr>
        <a:xfrm>
          <a:off x="0" y="0"/>
          <a:ext cx="0" cy="0"/>
          <a:chOff x="0" y="0"/>
          <a:chExt cx="0" cy="0"/>
        </a:xfrm>
      </p:grpSpPr>
      <p:sp>
        <p:nvSpPr>
          <p:cNvPr id="287" name="Google Shape;287;p32"/>
          <p:cNvSpPr/>
          <p:nvPr/>
        </p:nvSpPr>
        <p:spPr>
          <a:xfrm>
            <a:off x="-100000" y="-50000"/>
            <a:ext cx="18735900" cy="10337100"/>
          </a:xfrm>
          <a:prstGeom prst="rect">
            <a:avLst/>
          </a:prstGeom>
          <a:solidFill>
            <a:srgbClr val="8BA58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88" name="Google Shape;288;p32"/>
          <p:cNvSpPr txBox="1"/>
          <p:nvPr/>
        </p:nvSpPr>
        <p:spPr>
          <a:xfrm>
            <a:off x="6121201" y="8693863"/>
            <a:ext cx="6045600" cy="315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50" b="0" i="0" u="none" strike="noStrike" cap="none">
                <a:solidFill>
                  <a:srgbClr val="FFFFFF"/>
                </a:solidFill>
                <a:latin typeface="Montserrat"/>
                <a:ea typeface="Montserrat"/>
                <a:cs typeface="Montserrat"/>
                <a:sym typeface="Montserrat"/>
              </a:rPr>
              <a:t>Presented By : </a:t>
            </a:r>
            <a:r>
              <a:rPr lang="en-US" sz="2050">
                <a:solidFill>
                  <a:srgbClr val="FFFFFF"/>
                </a:solidFill>
                <a:latin typeface="Montserrat"/>
                <a:ea typeface="Montserrat"/>
                <a:cs typeface="Montserrat"/>
                <a:sym typeface="Montserrat"/>
              </a:rPr>
              <a:t>Xinyue (Iris) Wang</a:t>
            </a:r>
            <a:endParaRPr/>
          </a:p>
        </p:txBody>
      </p:sp>
      <p:sp>
        <p:nvSpPr>
          <p:cNvPr id="289" name="Google Shape;289;p32"/>
          <p:cNvSpPr txBox="1"/>
          <p:nvPr/>
        </p:nvSpPr>
        <p:spPr>
          <a:xfrm>
            <a:off x="979400" y="1483825"/>
            <a:ext cx="18422700" cy="5664300"/>
          </a:xfrm>
          <a:prstGeom prst="rect">
            <a:avLst/>
          </a:prstGeom>
          <a:noFill/>
          <a:ln>
            <a:noFill/>
          </a:ln>
          <a:effectLst>
            <a:outerShdw blurRad="257175" dist="57150" dir="5400000" algn="bl" rotWithShape="0">
              <a:srgbClr val="000000">
                <a:alpha val="72000"/>
              </a:srgbClr>
            </a:outerShdw>
          </a:effectLst>
        </p:spPr>
        <p:txBody>
          <a:bodyPr spcFirstLastPara="1" wrap="square" lIns="0" tIns="0" rIns="0" bIns="0" anchor="t" anchorCtr="0">
            <a:spAutoFit/>
          </a:bodyPr>
          <a:lstStyle/>
          <a:p>
            <a:pPr marL="0" lvl="0" indent="0" algn="l" rtl="0">
              <a:lnSpc>
                <a:spcPct val="92000"/>
              </a:lnSpc>
              <a:spcBef>
                <a:spcPts val="0"/>
              </a:spcBef>
              <a:spcAft>
                <a:spcPts val="0"/>
              </a:spcAft>
              <a:buSzPts val="1100"/>
              <a:buNone/>
            </a:pPr>
            <a:r>
              <a:rPr lang="en-US" sz="20000" b="1">
                <a:solidFill>
                  <a:srgbClr val="FFFFFF"/>
                </a:solidFill>
                <a:latin typeface="Montserrat Black"/>
                <a:ea typeface="Montserrat Black"/>
                <a:cs typeface="Montserrat Black"/>
                <a:sym typeface="Montserrat Black"/>
              </a:rPr>
              <a:t>THANK</a:t>
            </a:r>
            <a:endParaRPr sz="20000" b="1">
              <a:solidFill>
                <a:srgbClr val="FFFFFF"/>
              </a:solidFill>
              <a:latin typeface="Montserrat Black"/>
              <a:ea typeface="Montserrat Black"/>
              <a:cs typeface="Montserrat Black"/>
              <a:sym typeface="Montserrat Black"/>
            </a:endParaRPr>
          </a:p>
          <a:p>
            <a:pPr marL="0" lvl="0" indent="0" algn="l" rtl="0">
              <a:lnSpc>
                <a:spcPct val="92000"/>
              </a:lnSpc>
              <a:spcBef>
                <a:spcPts val="0"/>
              </a:spcBef>
              <a:spcAft>
                <a:spcPts val="0"/>
              </a:spcAft>
              <a:buSzPts val="1100"/>
              <a:buNone/>
            </a:pPr>
            <a:r>
              <a:rPr lang="en-US" sz="20000" b="1">
                <a:solidFill>
                  <a:srgbClr val="CDA59E"/>
                </a:solidFill>
                <a:latin typeface="Montserrat Black"/>
                <a:ea typeface="Montserrat Black"/>
                <a:cs typeface="Montserrat Black"/>
                <a:sym typeface="Montserrat Black"/>
              </a:rPr>
              <a:t>              YOU</a:t>
            </a:r>
            <a:endParaRPr sz="20000" b="1">
              <a:solidFill>
                <a:srgbClr val="FFFFFF"/>
              </a:solidFill>
              <a:latin typeface="Montserrat Black"/>
              <a:ea typeface="Montserrat Black"/>
              <a:cs typeface="Montserrat Black"/>
              <a:sym typeface="Montserrat Black"/>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34a106e-6316-442c-ad35-738afd673d2b}" enabled="1" method="Standard" siteId="{cddc1229-ac2a-4b97-b78a-0e5cacb5865c}" contentBits="0" removed="0"/>
</clbl:labelList>
</file>

<file path=docProps/app.xml><?xml version="1.0" encoding="utf-8"?>
<Properties xmlns="http://schemas.openxmlformats.org/officeDocument/2006/extended-properties" xmlns:vt="http://schemas.openxmlformats.org/officeDocument/2006/docPropsVTypes">
  <TotalTime>0</TotalTime>
  <Words>684</Words>
  <Application>Microsoft Office PowerPoint</Application>
  <PresentationFormat>Custom</PresentationFormat>
  <Paragraphs>73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Montserrat</vt:lpstr>
      <vt:lpstr>Calibri</vt:lpstr>
      <vt:lpstr>Montserrat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Wang, Iris (MCCSS)</cp:lastModifiedBy>
  <cp:revision>1</cp:revision>
  <dcterms:modified xsi:type="dcterms:W3CDTF">2025-01-26T23:00:16Z</dcterms:modified>
</cp:coreProperties>
</file>